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 id="2147483648" r:id="rId5"/>
  </p:sldMasterIdLst>
  <p:notesMasterIdLst>
    <p:notesMasterId r:id="rId11"/>
  </p:notesMasterIdLst>
  <p:sldIdLst>
    <p:sldId id="323" r:id="rId6"/>
    <p:sldId id="328" r:id="rId7"/>
    <p:sldId id="321" r:id="rId8"/>
    <p:sldId id="322" r:id="rId9"/>
    <p:sldId id="326"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4" userDrawn="1">
          <p15:clr>
            <a:srgbClr val="A4A3A4"/>
          </p15:clr>
        </p15:guide>
        <p15:guide id="2" orient="horz" pos="3542" userDrawn="1">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98" autoAdjust="0"/>
    <p:restoredTop sz="94643" autoAdjust="0"/>
  </p:normalViewPr>
  <p:slideViewPr>
    <p:cSldViewPr snapToGrid="0" showGuides="1">
      <p:cViewPr varScale="1">
        <p:scale>
          <a:sx n="104" d="100"/>
          <a:sy n="104" d="100"/>
        </p:scale>
        <p:origin x="756" y="114"/>
      </p:cViewPr>
      <p:guideLst>
        <p:guide orient="horz" pos="1834"/>
        <p:guide orient="horz" pos="3542"/>
        <p:guide pos="3840"/>
      </p:guideLst>
    </p:cSldViewPr>
  </p:slideViewPr>
  <p:outlineViewPr>
    <p:cViewPr>
      <p:scale>
        <a:sx n="75" d="100"/>
        <a:sy n="75" d="100"/>
      </p:scale>
      <p:origin x="0" y="-28944"/>
    </p:cViewPr>
  </p:outlineViewPr>
  <p:notesTextViewPr>
    <p:cViewPr>
      <p:scale>
        <a:sx n="75" d="100"/>
        <a:sy n="75"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 HAN ZHANG (EXTERNAL)" userId="S::sd08328@inetpsa.com::ffe15ab9-2a61-4a28-8fe8-bf082a38a90a" providerId="AD" clId="Web-{E186719B-6A69-47B3-B755-6B8607B271A9}"/>
    <pc:docChg chg="mod">
      <pc:chgData name="YU HAN ZHANG (EXTERNAL)" userId="S::sd08328@inetpsa.com::ffe15ab9-2a61-4a28-8fe8-bf082a38a90a" providerId="AD" clId="Web-{E186719B-6A69-47B3-B755-6B8607B271A9}" dt="2025-07-03T08:02:41.237"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D647E-0E65-4A14-903D-757EDF104052}" type="datetimeFigureOut">
              <a:rPr lang="fr-FR" smtClean="0"/>
              <a:t>03/07/2025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46B207-691D-4EE2-B9CC-9F376BF0DE64}" type="slidenum">
              <a:rPr lang="fr-FR" smtClean="0"/>
              <a:t>‹#›</a:t>
            </a:fld>
            <a:endParaRPr lang="fr-FR"/>
          </a:p>
        </p:txBody>
      </p:sp>
    </p:spTree>
    <p:extLst>
      <p:ext uri="{BB962C8B-B14F-4D97-AF65-F5344CB8AC3E}">
        <p14:creationId xmlns:p14="http://schemas.microsoft.com/office/powerpoint/2010/main" val="160071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54637" y="2099532"/>
            <a:ext cx="10080000" cy="3240000"/>
          </a:xfrm>
        </p:spPr>
        <p:txBody>
          <a:bodyPr anchor="t"/>
          <a:lstStyle>
            <a:lvl1pPr algn="l">
              <a:lnSpc>
                <a:spcPct val="90000"/>
              </a:lnSpc>
              <a:defRPr sz="4700">
                <a:solidFill>
                  <a:schemeClr val="bg1"/>
                </a:solidFill>
                <a:latin typeface="+mj-lt"/>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1154637" y="5937816"/>
            <a:ext cx="10080000" cy="360000"/>
          </a:xfrm>
        </p:spPr>
        <p:txBody>
          <a:bodyPr anchor="t"/>
          <a:lstStyle>
            <a:lvl1pPr marL="0" indent="0" algn="l">
              <a:lnSpc>
                <a:spcPct val="90000"/>
              </a:lnSpc>
              <a:spcBef>
                <a:spcPts val="0"/>
              </a:spcBef>
              <a:buNone/>
              <a:defRPr sz="1800">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1154637" y="5425540"/>
            <a:ext cx="2880000" cy="468000"/>
          </a:xfrm>
        </p:spPr>
        <p:txBody>
          <a:bodyPr anchor="t"/>
          <a:lstStyle>
            <a:lvl1pPr algn="l">
              <a:defRPr lang="fr-FR" sz="2500" b="0" kern="1200" cap="all" baseline="0" dirty="0" smtClean="0">
                <a:solidFill>
                  <a:schemeClr val="bg1"/>
                </a:solidFill>
                <a:latin typeface="+mj-lt"/>
                <a:ea typeface="+mn-ea"/>
                <a:cs typeface="+mn-cs"/>
              </a:defRPr>
            </a:lvl1pPr>
          </a:lstStyle>
          <a:p>
            <a:r>
              <a:rPr lang="en-US" noProof="0"/>
              <a:t>YYYY/MM/DD</a:t>
            </a:r>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bg1"/>
                </a:solidFill>
              </a:defRPr>
            </a:lvl1pPr>
          </a:lstStyle>
          <a:p>
            <a:r>
              <a:rPr lang="en-US" noProof="0"/>
              <a:t>Communication Department</a:t>
            </a:r>
            <a:endParaRPr lang="en-US" noProof="0">
              <a:solidFill>
                <a:schemeClr val="bg1"/>
              </a:solidFill>
            </a:endParaRPr>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945222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ommanda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1154637" y="2066191"/>
            <a:ext cx="10440000" cy="1440000"/>
          </a:xfrm>
        </p:spPr>
        <p:txBody>
          <a:bodyPr/>
          <a:lstStyle>
            <a:lvl1pPr>
              <a:defRPr>
                <a:solidFill>
                  <a:schemeClr val="bg1"/>
                </a:solidFill>
              </a:defRPr>
            </a:lvl1pPr>
          </a:lstStyle>
          <a:p>
            <a:r>
              <a:rPr lang="en-US" noProof="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1154112" y="3042000"/>
            <a:ext cx="10440000" cy="2933700"/>
          </a:xfrm>
        </p:spPr>
        <p:txBody>
          <a:bodyPr/>
          <a:lstStyle>
            <a:lvl1pPr>
              <a:defRPr>
                <a:solidFill>
                  <a:schemeClr val="bg1"/>
                </a:solidFill>
              </a:defRPr>
            </a:lvl1pPr>
            <a:lvl2pPr marL="216000" indent="-216000">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3435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2" y="3425825"/>
            <a:ext cx="12191999" cy="3432173"/>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26792" y="1816075"/>
            <a:ext cx="10440000" cy="1260000"/>
          </a:xfrm>
        </p:spPr>
        <p:txBody>
          <a:bodyPr anchor="t"/>
          <a:lstStyle>
            <a:lvl1pPr algn="l">
              <a:lnSpc>
                <a:spcPct val="90000"/>
              </a:lnSpc>
              <a:defRPr sz="3800">
                <a:solidFill>
                  <a:schemeClr val="bg1"/>
                </a:solidFill>
                <a:latin typeface="+mj-lt"/>
              </a:defRPr>
            </a:lvl1pPr>
          </a:lstStyle>
          <a:p>
            <a:r>
              <a:rPr lang="en-US" noProof="0"/>
              <a:t>Click to edit Master title style</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1145842" y="5802228"/>
            <a:ext cx="2880000" cy="468000"/>
          </a:xfrm>
        </p:spPr>
        <p:txBody>
          <a:bodyPr anchor="t"/>
          <a:lstStyle>
            <a:lvl1pPr>
              <a:defRPr lang="fr-FR" sz="2500" b="0" kern="1200" cap="all" baseline="0" noProof="0" dirty="0" smtClean="0">
                <a:solidFill>
                  <a:schemeClr val="bg1"/>
                </a:solidFill>
                <a:latin typeface="+mj-lt"/>
                <a:ea typeface="+mn-ea"/>
                <a:cs typeface="+mn-cs"/>
              </a:defRPr>
            </a:lvl1pPr>
          </a:lstStyle>
          <a:p>
            <a:pPr algn="l"/>
            <a:r>
              <a:rPr lang="en-US" noProof="0"/>
              <a:t>YYYY/MM/DD</a:t>
            </a:r>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101601" y="6562800"/>
            <a:ext cx="4080000" cy="216000"/>
          </a:xfrm>
        </p:spPr>
        <p:txBody>
          <a:bodyPr/>
          <a:lstStyle>
            <a:lvl1pPr>
              <a:defRPr>
                <a:solidFill>
                  <a:schemeClr val="bg1"/>
                </a:solidFill>
              </a:defRPr>
            </a:lvl1pPr>
          </a:lstStyle>
          <a:p>
            <a:r>
              <a:rPr lang="en-US" noProof="0"/>
              <a:t>Communication Department</a:t>
            </a: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11370399" y="6562800"/>
            <a:ext cx="720000" cy="216000"/>
          </a:xfrm>
        </p:spPr>
        <p:txBody>
          <a:bodyPr/>
          <a:lstStyle>
            <a:lvl1pPr>
              <a:defRPr>
                <a:solidFill>
                  <a:schemeClr val="bg1"/>
                </a:solidFill>
              </a:defRPr>
            </a:lvl1pPr>
          </a:lstStyle>
          <a:p>
            <a:fld id="{975A587B-5814-4D9B-9598-FE9CB954CB01}" type="slidenum">
              <a:rPr lang="en-US" noProof="0" smtClean="0"/>
              <a:pPr/>
              <a:t>‹#›</a:t>
            </a:fld>
            <a:endParaRPr lang="en-US" noProof="0"/>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5271452" y="3125321"/>
            <a:ext cx="1729424" cy="330417"/>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Tree>
    <p:extLst>
      <p:ext uri="{BB962C8B-B14F-4D97-AF65-F5344CB8AC3E}">
        <p14:creationId xmlns:p14="http://schemas.microsoft.com/office/powerpoint/2010/main" val="4865705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8FD1CB-5C99-41C9-BA86-BB740E814EC3}"/>
              </a:ext>
            </a:extLst>
          </p:cNvPr>
          <p:cNvSpPr>
            <a:spLocks noGrp="1"/>
          </p:cNvSpPr>
          <p:nvPr>
            <p:ph type="title" hasCustomPrompt="1"/>
          </p:nvPr>
        </p:nvSpPr>
        <p:spPr>
          <a:xfrm>
            <a:off x="1154637" y="2066189"/>
            <a:ext cx="10440000" cy="3600000"/>
          </a:xfrm>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869275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327394" y="969772"/>
            <a:ext cx="11464012" cy="3600000"/>
          </a:xfrm>
        </p:spPr>
        <p:txBody>
          <a:bodyPr/>
          <a:lstStyle>
            <a:lvl1pPr>
              <a:defRPr sz="1400">
                <a:latin typeface="Calibri" panose="020F0502020204030204" pitchFamily="34" charset="0"/>
                <a:cs typeface="Calibri" panose="020F0502020204030204" pitchFamily="34" charset="0"/>
              </a:defRPr>
            </a:lvl1pPr>
            <a:lvl2pPr>
              <a:defRPr sz="1400">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noProof="0" dirty="0"/>
              <a:t>Click to edit master text styles</a:t>
            </a:r>
          </a:p>
          <a:p>
            <a:pPr lvl="1"/>
            <a:r>
              <a:rPr lang="en-US" noProof="0" dirty="0" err="1"/>
              <a:t>jjSecond</a:t>
            </a:r>
            <a:r>
              <a:rPr lang="en-US" noProof="0" dirty="0"/>
              <a:t> level  </a:t>
            </a:r>
          </a:p>
          <a:p>
            <a:pPr lvl="4"/>
            <a:r>
              <a:rPr lang="en-US" noProof="0" dirty="0" err="1"/>
              <a:t>jkjFifth</a:t>
            </a:r>
            <a:r>
              <a:rPr lang="en-US" noProof="0" dirty="0"/>
              <a:t>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30829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Encode Sans ExpandedLight" pitchFamily="2" charset="0"/>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Encode Sans ExpandedLight" pitchFamily="2" charset="0"/>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1354014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342010684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5328000" cy="3240000"/>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5328000" cy="1224000"/>
          </a:xfrm>
        </p:spPr>
        <p:txBody>
          <a:body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4253874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32234862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4216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11781710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035653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4902467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7502041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0967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0967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7215413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E5E4DDE7-B2AD-4D6E-B1F1-1AA14E6F518C}"/>
              </a:ext>
            </a:extLst>
          </p:cNvPr>
          <p:cNvSpPr>
            <a:spLocks noGrp="1"/>
          </p:cNvSpPr>
          <p:nvPr>
            <p:ph type="body" sz="quarter" idx="20" hasCustomPrompt="1"/>
          </p:nvPr>
        </p:nvSpPr>
        <p:spPr>
          <a:xfrm rot="10800000">
            <a:off x="17873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2">
            <a:extLst>
              <a:ext uri="{FF2B5EF4-FFF2-40B4-BE49-F238E27FC236}">
                <a16:creationId xmlns:a16="http://schemas.microsoft.com/office/drawing/2014/main" id="{EFF27A7E-9171-4670-8D42-A17E0C0B08AC}"/>
              </a:ext>
            </a:extLst>
          </p:cNvPr>
          <p:cNvSpPr>
            <a:spLocks noGrp="1"/>
          </p:cNvSpPr>
          <p:nvPr>
            <p:ph type="body" sz="quarter" idx="23" hasCustomPrompt="1"/>
          </p:nvPr>
        </p:nvSpPr>
        <p:spPr>
          <a:xfrm rot="10800000">
            <a:off x="555289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Espace réservé du texte 12">
            <a:extLst>
              <a:ext uri="{FF2B5EF4-FFF2-40B4-BE49-F238E27FC236}">
                <a16:creationId xmlns:a16="http://schemas.microsoft.com/office/drawing/2014/main" id="{A1E2C166-5791-40DB-903C-66BC65C0DDAD}"/>
              </a:ext>
            </a:extLst>
          </p:cNvPr>
          <p:cNvSpPr>
            <a:spLocks noGrp="1"/>
          </p:cNvSpPr>
          <p:nvPr>
            <p:ph type="body" sz="quarter" idx="26" hasCustomPrompt="1"/>
          </p:nvPr>
        </p:nvSpPr>
        <p:spPr>
          <a:xfrm rot="10800000">
            <a:off x="93184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515076194"/>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0344524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act">
    <p:bg>
      <p:bgPr>
        <a:blipFill>
          <a:blip r:embed="rId2"/>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1172822" y="3162277"/>
            <a:ext cx="4320000" cy="1800000"/>
          </a:xfrm>
        </p:spPr>
        <p:txBody>
          <a:bodyPr anchor="b"/>
          <a:lstStyle>
            <a:lvl1pPr>
              <a:defRPr sz="3400" b="0">
                <a:solidFill>
                  <a:schemeClr val="bg1"/>
                </a:solidFill>
                <a:latin typeface="+mj-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1172822" y="5028859"/>
            <a:ext cx="4320000" cy="1296000"/>
          </a:xfrm>
        </p:spPr>
        <p:txBody>
          <a:bodyPr/>
          <a:lstStyle>
            <a:lvl1pPr>
              <a:defRPr sz="1000">
                <a:solidFill>
                  <a:schemeClr val="bg1"/>
                </a:solidFill>
              </a:defRPr>
            </a:lvl1pPr>
            <a:lvl2pPr marL="0" indent="0">
              <a:spcBef>
                <a:spcPts val="0"/>
              </a:spcBef>
              <a:buNone/>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196081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image" Target="../media/image4.jpeg"/><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theme" Target="../theme/theme2.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1154637" y="2066191"/>
            <a:ext cx="10440000" cy="1440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1154637" y="3042548"/>
            <a:ext cx="10440000" cy="2412102"/>
          </a:xfrm>
          <a:prstGeom prst="rect">
            <a:avLst/>
          </a:prstGeom>
        </p:spPr>
        <p:txBody>
          <a:bodyPr vert="horz" lIns="91440" tIns="45720" rIns="91440" bIns="4572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776000" y="6562800"/>
            <a:ext cx="2640000" cy="216000"/>
          </a:xfrm>
          <a:prstGeom prst="rect">
            <a:avLst/>
          </a:prstGeom>
        </p:spPr>
        <p:txBody>
          <a:bodyPr vert="horz" lIns="91440" tIns="45720" rIns="91440" bIns="45720" rtlCol="0" anchor="ctr">
            <a:noAutofit/>
          </a:bodyPr>
          <a:lstStyle>
            <a:lvl1pPr algn="ctr">
              <a:defRPr sz="1000" b="1" cap="all" baseline="0">
                <a:solidFill>
                  <a:schemeClr val="bg1"/>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01601" y="6562800"/>
            <a:ext cx="4080000" cy="216000"/>
          </a:xfrm>
          <a:prstGeom prst="rect">
            <a:avLst/>
          </a:prstGeom>
        </p:spPr>
        <p:txBody>
          <a:bodyPr vert="horz" lIns="91440" tIns="45720" rIns="91440" bIns="45720" rtlCol="0" anchor="ctr">
            <a:noAutofit/>
          </a:bodyPr>
          <a:lstStyle>
            <a:lvl1pPr algn="l">
              <a:defRPr sz="800">
                <a:solidFill>
                  <a:schemeClr val="bg1"/>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70399" y="6562800"/>
            <a:ext cx="720000" cy="216000"/>
          </a:xfrm>
          <a:prstGeom prst="rect">
            <a:avLst/>
          </a:prstGeom>
        </p:spPr>
        <p:txBody>
          <a:bodyPr vert="horz" lIns="91440" tIns="45720" rIns="91440" bIns="45720" rtlCol="0" anchor="ctr">
            <a:noAutofit/>
          </a:bodyPr>
          <a:lstStyle>
            <a:lvl1pPr algn="r">
              <a:defRPr sz="800">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417718"/>
      </p:ext>
    </p:extLst>
  </p:cSld>
  <p:clrMap bg1="lt1" tx1="dk1" bg2="lt2" tx2="dk2" accent1="accent1" accent2="accent2" accent3="accent3" accent4="accent4" accent5="accent5" accent6="accent6" hlink="hlink" folHlink="folHlink"/>
  <p:sldLayoutIdLst>
    <p:sldLayoutId id="2147483671" r:id="rId1"/>
    <p:sldLayoutId id="2147483676" r:id="rId2"/>
    <p:sldLayoutId id="2147483674" r:id="rId3"/>
    <p:sldLayoutId id="2147483677" r:id="rId4"/>
  </p:sldLayoutIdLst>
  <p:hf sldNum="0" hdr="0"/>
  <p:txStyles>
    <p:titleStyle>
      <a:lvl1pPr algn="l" defTabSz="685800" rtl="0" eaLnBrk="1" latinLnBrk="0" hangingPunct="1">
        <a:lnSpc>
          <a:spcPct val="95000"/>
        </a:lnSpc>
        <a:spcBef>
          <a:spcPct val="0"/>
        </a:spcBef>
        <a:buNone/>
        <a:defRPr sz="4700" kern="1200" cap="all" baseline="0">
          <a:solidFill>
            <a:schemeClr val="bg1"/>
          </a:solidFill>
          <a:latin typeface="+mj-lt"/>
          <a:ea typeface="+mj-ea"/>
          <a:cs typeface="+mj-cs"/>
        </a:defRPr>
      </a:lvl1pPr>
    </p:titleStyle>
    <p:bodyStyle>
      <a:lvl1pPr marL="0" indent="0" algn="l" defTabSz="685800" rtl="0" eaLnBrk="1" latinLnBrk="0" hangingPunct="1">
        <a:lnSpc>
          <a:spcPct val="105000"/>
        </a:lnSpc>
        <a:spcBef>
          <a:spcPts val="0"/>
        </a:spcBef>
        <a:buFont typeface="+mj-lt"/>
        <a:buNone/>
        <a:defRPr sz="2500" b="0" kern="1200" cap="none" baseline="0">
          <a:solidFill>
            <a:schemeClr val="bg1"/>
          </a:solidFill>
          <a:latin typeface="+mj-lt"/>
          <a:ea typeface="+mn-ea"/>
          <a:cs typeface="+mn-cs"/>
        </a:defRPr>
      </a:lvl1pPr>
      <a:lvl2pPr marL="324000" indent="-324000" algn="l" defTabSz="685800" rtl="0" eaLnBrk="1" latinLnBrk="0" hangingPunct="1">
        <a:lnSpc>
          <a:spcPct val="105000"/>
        </a:lnSpc>
        <a:spcBef>
          <a:spcPts val="0"/>
        </a:spcBef>
        <a:buFont typeface="Arial" panose="020B0604020202020204" pitchFamily="34" charset="0"/>
        <a:buChar char="•"/>
        <a:defRPr sz="2500" kern="1200">
          <a:solidFill>
            <a:schemeClr val="bg1"/>
          </a:solidFill>
          <a:latin typeface="+mj-lt"/>
          <a:ea typeface="+mn-ea"/>
          <a:cs typeface="+mn-cs"/>
        </a:defRPr>
      </a:lvl2pPr>
      <a:lvl3pPr marL="0" indent="0" algn="l" defTabSz="685800" rtl="0" eaLnBrk="1" latinLnBrk="0" hangingPunct="1">
        <a:lnSpc>
          <a:spcPct val="105000"/>
        </a:lnSpc>
        <a:spcBef>
          <a:spcPts val="0"/>
        </a:spcBef>
        <a:buSzPct val="120000"/>
        <a:buFont typeface="Encode Sans" pitchFamily="2" charset="0"/>
        <a:buNone/>
        <a:defRPr sz="1500" b="1" kern="1200">
          <a:solidFill>
            <a:schemeClr val="bg1"/>
          </a:solidFill>
          <a:latin typeface="+mn-lt"/>
          <a:ea typeface="+mn-ea"/>
          <a:cs typeface="+mn-cs"/>
        </a:defRPr>
      </a:lvl3pPr>
      <a:lvl4pPr marL="0" indent="-180000" algn="l" defTabSz="685800" rtl="0" eaLnBrk="1" latinLnBrk="0" hangingPunct="1">
        <a:lnSpc>
          <a:spcPct val="105000"/>
        </a:lnSpc>
        <a:spcBef>
          <a:spcPts val="0"/>
        </a:spcBef>
        <a:buFont typeface="Arial" panose="020B0604020202020204" pitchFamily="34" charset="0"/>
        <a:buChar char="•"/>
        <a:defRPr sz="1500" kern="1200">
          <a:solidFill>
            <a:schemeClr val="bg1"/>
          </a:solidFill>
          <a:latin typeface="+mn-lt"/>
          <a:ea typeface="+mn-ea"/>
          <a:cs typeface="+mn-cs"/>
        </a:defRPr>
      </a:lvl4pPr>
      <a:lvl5pPr marL="0" indent="0" algn="l" defTabSz="685800" rtl="0" eaLnBrk="1" latinLnBrk="0" hangingPunct="1">
        <a:lnSpc>
          <a:spcPct val="105000"/>
        </a:lnSpc>
        <a:spcBef>
          <a:spcPts val="0"/>
        </a:spcBef>
        <a:buFont typeface="Arial" panose="020B0604020202020204" pitchFamily="34" charset="0"/>
        <a:buNone/>
        <a:defRPr sz="13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2988A7E5-E87A-40C8-853C-5046AFC26B3D}"/>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a:stretch/>
        </p:blipFill>
        <p:spPr>
          <a:xfrm>
            <a:off x="9822656" y="347664"/>
            <a:ext cx="1890713" cy="550068"/>
          </a:xfrm>
          <a:prstGeom prst="rect">
            <a:avLst/>
          </a:prstGeom>
        </p:spPr>
      </p:pic>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489707" y="6489701"/>
            <a:ext cx="4800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9874" y="6489701"/>
            <a:ext cx="720000" cy="216000"/>
          </a:xfrm>
          <a:prstGeom prst="rect">
            <a:avLst/>
          </a:prstGeom>
        </p:spPr>
        <p:txBody>
          <a:bodyPr vert="horz" lIns="91440" tIns="45720" rIns="91440" bIns="45720" rtlCol="0" anchor="ctr">
            <a:noAutofit/>
          </a:bodyPr>
          <a:lstStyle>
            <a:lvl1pPr algn="r">
              <a:defRPr sz="900" b="0">
                <a:solidFill>
                  <a:schemeClr val="tx2"/>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987680"/>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78" r:id="rId3"/>
    <p:sldLayoutId id="2147483679" r:id="rId4"/>
    <p:sldLayoutId id="2147483680"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sldNum="0" hdr="0"/>
  <p:txStyles>
    <p:titleStyle>
      <a:lvl1pPr algn="l" defTabSz="685800" rtl="0" eaLnBrk="1" latinLnBrk="0" hangingPunct="1">
        <a:lnSpc>
          <a:spcPct val="95000"/>
        </a:lnSpc>
        <a:spcBef>
          <a:spcPct val="0"/>
        </a:spcBef>
        <a:buNone/>
        <a:defRPr sz="2600" b="1" kern="1200" cap="all" baseline="0">
          <a:solidFill>
            <a:schemeClr val="tx2"/>
          </a:solidFill>
          <a:latin typeface="+mn-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1" kern="1200">
          <a:solidFill>
            <a:schemeClr val="tx2"/>
          </a:solidFill>
          <a:latin typeface="+mn-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200" b="0" kern="1200">
          <a:solidFill>
            <a:schemeClr val="tx2"/>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200" b="1" kern="1200">
          <a:solidFill>
            <a:schemeClr val="tx2"/>
          </a:solidFill>
          <a:latin typeface="+mn-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KP1 A&amp;B</a:t>
            </a:r>
          </a:p>
        </p:txBody>
      </p:sp>
      <p:sp>
        <p:nvSpPr>
          <p:cNvPr id="3" name="Text Placeholder 2"/>
          <p:cNvSpPr>
            <a:spLocks noGrp="1"/>
          </p:cNvSpPr>
          <p:nvPr>
            <p:ph type="body" sz="quarter" idx="13"/>
          </p:nvPr>
        </p:nvSpPr>
        <p:spPr/>
        <p:txBody>
          <a:bodyPr/>
          <a:lstStyle/>
          <a:p>
            <a:r>
              <a:rPr lang="en-US" dirty="0"/>
              <a:t>Fuel line diesel filter to engine</a:t>
            </a:r>
          </a:p>
        </p:txBody>
      </p:sp>
    </p:spTree>
    <p:extLst>
      <p:ext uri="{BB962C8B-B14F-4D97-AF65-F5344CB8AC3E}">
        <p14:creationId xmlns:p14="http://schemas.microsoft.com/office/powerpoint/2010/main" val="132160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L="285750" indent="-285750">
              <a:lnSpc>
                <a:spcPct val="150000"/>
              </a:lnSpc>
              <a:buFont typeface="Arial" panose="020B0604020202020204" pitchFamily="34" charset="0"/>
              <a:buChar char="•"/>
            </a:pPr>
            <a:r>
              <a:rPr lang="en-US" sz="1600" b="0" dirty="0"/>
              <a:t>All parts should comply with PF.90197; functional requirements must demonstrate P99C90, and durability requirements  must demonstrate P95C90;</a:t>
            </a:r>
          </a:p>
          <a:p>
            <a:pPr marL="285750" indent="-285750">
              <a:lnSpc>
                <a:spcPct val="150000"/>
              </a:lnSpc>
              <a:buFont typeface="Arial" panose="020B0604020202020204" pitchFamily="34" charset="0"/>
              <a:buChar char="•"/>
            </a:pPr>
            <a:r>
              <a:rPr lang="en-US" sz="1600" b="0" dirty="0"/>
              <a:t>All lines should be capped on all ends, shall be protected from contamination during shipping and handling (Cap.9.91220)</a:t>
            </a:r>
          </a:p>
          <a:p>
            <a:pPr marL="285750" indent="-285750">
              <a:lnSpc>
                <a:spcPct val="150000"/>
              </a:lnSpc>
              <a:buFont typeface="Arial" panose="020B0604020202020204" pitchFamily="34" charset="0"/>
              <a:buChar char="•"/>
            </a:pPr>
            <a:r>
              <a:rPr lang="en-US" sz="1600" b="0" dirty="0"/>
              <a:t>The 3D models in SP for all clips are designed based on current fuel and vapor line size, only for supplier reference. If supplier have the different size of Nylon line with 3D models in SP, supplier have the responsibilities to revise the design of clip in order to make sure the fuel bundle can comply with the following requirements (DV test is mandatory):</a:t>
            </a:r>
          </a:p>
          <a:p>
            <a:pPr marL="285750" indent="-285750">
              <a:lnSpc>
                <a:spcPct val="150000"/>
              </a:lnSpc>
              <a:buFont typeface="Arial" panose="020B0604020202020204" pitchFamily="34" charset="0"/>
              <a:buChar char="•"/>
            </a:pPr>
            <a:endParaRPr lang="en-US" sz="1600" b="0" dirty="0"/>
          </a:p>
        </p:txBody>
      </p:sp>
      <p:sp>
        <p:nvSpPr>
          <p:cNvPr id="3" name="Text Placeholder 2"/>
          <p:cNvSpPr>
            <a:spLocks noGrp="1"/>
          </p:cNvSpPr>
          <p:nvPr>
            <p:ph type="body" idx="1"/>
          </p:nvPr>
        </p:nvSpPr>
        <p:spPr/>
        <p:txBody>
          <a:bodyPr/>
          <a:lstStyle/>
          <a:p>
            <a:r>
              <a:rPr lang="en-US" cap="none" dirty="0"/>
              <a:t>General requirements</a:t>
            </a:r>
          </a:p>
        </p:txBody>
      </p:sp>
      <p:sp>
        <p:nvSpPr>
          <p:cNvPr id="4" name="Date Placeholder 3"/>
          <p:cNvSpPr>
            <a:spLocks noGrp="1"/>
          </p:cNvSpPr>
          <p:nvPr>
            <p:ph type="dt" sz="half" idx="15"/>
          </p:nvPr>
        </p:nvSpPr>
        <p:spPr/>
        <p:txBody>
          <a:bodyPr/>
          <a:lstStyle/>
          <a:p>
            <a:r>
              <a:rPr lang="en-US" noProof="0"/>
              <a:t>LYYYY/MM/DD</a:t>
            </a:r>
            <a:endParaRPr lang="en-US" b="0" noProof="0"/>
          </a:p>
        </p:txBody>
      </p:sp>
      <p:sp>
        <p:nvSpPr>
          <p:cNvPr id="5" name="Footer Placeholder 4"/>
          <p:cNvSpPr>
            <a:spLocks noGrp="1"/>
          </p:cNvSpPr>
          <p:nvPr>
            <p:ph type="ftr" sz="quarter" idx="16"/>
          </p:nvPr>
        </p:nvSpPr>
        <p:spPr/>
        <p:txBody>
          <a:bodyPr/>
          <a:lstStyle/>
          <a:p>
            <a:r>
              <a:rPr lang="en-US" noProof="0" dirty="0"/>
              <a:t>Communication Department</a:t>
            </a:r>
            <a:endParaRPr lang="en-US" b="0" noProof="0" dirty="0"/>
          </a:p>
        </p:txBody>
      </p:sp>
    </p:spTree>
    <p:extLst>
      <p:ext uri="{BB962C8B-B14F-4D97-AF65-F5344CB8AC3E}">
        <p14:creationId xmlns:p14="http://schemas.microsoft.com/office/powerpoint/2010/main" val="2370207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1D5089A1-7745-467C-6F67-AD6FEAEB7E89}"/>
              </a:ext>
            </a:extLst>
          </p:cNvPr>
          <p:cNvPicPr>
            <a:picLocks noChangeAspect="1"/>
          </p:cNvPicPr>
          <p:nvPr/>
        </p:nvPicPr>
        <p:blipFill>
          <a:blip r:embed="rId2"/>
          <a:stretch>
            <a:fillRect/>
          </a:stretch>
        </p:blipFill>
        <p:spPr>
          <a:xfrm>
            <a:off x="3666288" y="1133021"/>
            <a:ext cx="2863559" cy="2301158"/>
          </a:xfrm>
          <a:prstGeom prst="rect">
            <a:avLst/>
          </a:prstGeom>
        </p:spPr>
      </p:pic>
      <p:sp>
        <p:nvSpPr>
          <p:cNvPr id="3" name="Text Placeholder 2"/>
          <p:cNvSpPr>
            <a:spLocks noGrp="1"/>
          </p:cNvSpPr>
          <p:nvPr>
            <p:ph type="body" idx="1"/>
          </p:nvPr>
        </p:nvSpPr>
        <p:spPr/>
        <p:txBody>
          <a:bodyPr/>
          <a:lstStyle/>
          <a:p>
            <a:r>
              <a:rPr lang="en-US" dirty="0"/>
              <a:t>FC00SAA78530 </a:t>
            </a:r>
            <a:r>
              <a:rPr lang="en-US" cap="none" dirty="0"/>
              <a:t>Fuel line diesel filter to engine</a:t>
            </a:r>
          </a:p>
        </p:txBody>
      </p:sp>
      <p:pic>
        <p:nvPicPr>
          <p:cNvPr id="8" name="Picture 7"/>
          <p:cNvPicPr>
            <a:picLocks noChangeAspect="1"/>
          </p:cNvPicPr>
          <p:nvPr/>
        </p:nvPicPr>
        <p:blipFill>
          <a:blip r:embed="rId3"/>
          <a:stretch>
            <a:fillRect/>
          </a:stretch>
        </p:blipFill>
        <p:spPr>
          <a:xfrm>
            <a:off x="132095" y="903233"/>
            <a:ext cx="2940010" cy="2251428"/>
          </a:xfrm>
          <a:prstGeom prst="rect">
            <a:avLst/>
          </a:prstGeom>
          <a:ln w="3175">
            <a:solidFill>
              <a:srgbClr val="000000"/>
            </a:solidFill>
          </a:ln>
          <a:effectLst/>
        </p:spPr>
      </p:pic>
      <p:sp>
        <p:nvSpPr>
          <p:cNvPr id="9" name="Text Box 10"/>
          <p:cNvSpPr txBox="1">
            <a:spLocks noChangeArrowheads="1"/>
          </p:cNvSpPr>
          <p:nvPr/>
        </p:nvSpPr>
        <p:spPr bwMode="auto">
          <a:xfrm>
            <a:off x="205657" y="2037833"/>
            <a:ext cx="680886" cy="276999"/>
          </a:xfrm>
          <a:prstGeom prst="rect">
            <a:avLst/>
          </a:prstGeom>
          <a:solidFill>
            <a:srgbClr val="FFFF00"/>
          </a:solidFill>
          <a:ln>
            <a:solidFill>
              <a:srgbClr val="FF0000"/>
            </a:solidFill>
          </a:ln>
        </p:spPr>
        <p:txBody>
          <a:bodyPr wrap="square" rtlCol="0">
            <a:spAutoFit/>
          </a:bodyPr>
          <a:lstStyle>
            <a:defPPr>
              <a:defRPr lang="en-US"/>
            </a:defPPr>
            <a:lvl1pPr marL="0" algn="ctr" defTabSz="457200" eaLnBrk="1" latinLnBrk="0" hangingPunct="1">
              <a:defRPr sz="900">
                <a:latin typeface="+mn-lt"/>
                <a:ea typeface="+mn-ea"/>
              </a:defRPr>
            </a:lvl1pPr>
            <a:lvl2pPr defTabSz="457200" eaLnBrk="1" latinLnBrk="0" hangingPunct="1">
              <a:defRPr sz="1800">
                <a:latin typeface="+mn-lt"/>
                <a:ea typeface="+mn-ea"/>
              </a:defRPr>
            </a:lvl2pPr>
            <a:lvl3pPr defTabSz="457200" eaLnBrk="1" latinLnBrk="0" hangingPunct="1">
              <a:defRPr sz="1800">
                <a:latin typeface="+mn-lt"/>
                <a:ea typeface="+mn-ea"/>
              </a:defRPr>
            </a:lvl3pPr>
            <a:lvl4pPr defTabSz="457200" eaLnBrk="1" latinLnBrk="0" hangingPunct="1">
              <a:defRPr sz="1800">
                <a:latin typeface="+mn-lt"/>
                <a:ea typeface="+mn-ea"/>
              </a:defRPr>
            </a:lvl4pPr>
            <a:lvl5pPr defTabSz="457200" eaLnBrk="1" latinLnBrk="0" hangingPunct="1">
              <a:defRPr sz="1800">
                <a:latin typeface="+mn-lt"/>
                <a:ea typeface="+mn-ea"/>
              </a:defRPr>
            </a:lvl5pPr>
            <a:lvl6pPr defTabSz="457200">
              <a:defRPr sz="1800">
                <a:latin typeface="+mn-lt"/>
                <a:ea typeface="+mn-ea"/>
              </a:defRPr>
            </a:lvl6pPr>
            <a:lvl7pPr defTabSz="457200">
              <a:defRPr sz="1800">
                <a:latin typeface="+mn-lt"/>
                <a:ea typeface="+mn-ea"/>
              </a:defRPr>
            </a:lvl7pPr>
            <a:lvl8pPr defTabSz="457200">
              <a:defRPr sz="1800">
                <a:latin typeface="+mn-lt"/>
                <a:ea typeface="+mn-ea"/>
              </a:defRPr>
            </a:lvl8pPr>
            <a:lvl9pPr defTabSz="457200">
              <a:defRPr sz="1800">
                <a:latin typeface="+mn-lt"/>
                <a:ea typeface="+mn-ea"/>
              </a:defRPr>
            </a:lvl9pPr>
          </a:lstStyle>
          <a:p>
            <a:pPr algn="l"/>
            <a:r>
              <a:rPr lang="it-IT" sz="600" b="1" dirty="0"/>
              <a:t>FUEL FILTER </a:t>
            </a:r>
          </a:p>
          <a:p>
            <a:pPr algn="l"/>
            <a:r>
              <a:rPr lang="it-IT" sz="600" b="1" dirty="0"/>
              <a:t>SIDE</a:t>
            </a:r>
          </a:p>
        </p:txBody>
      </p:sp>
      <p:sp>
        <p:nvSpPr>
          <p:cNvPr id="24" name="CasellaDiTesto 36"/>
          <p:cNvSpPr txBox="1"/>
          <p:nvPr/>
        </p:nvSpPr>
        <p:spPr>
          <a:xfrm>
            <a:off x="5647923" y="819290"/>
            <a:ext cx="1684217" cy="507831"/>
          </a:xfrm>
          <a:prstGeom prst="rect">
            <a:avLst/>
          </a:prstGeom>
          <a:solidFill>
            <a:schemeClr val="bg2">
              <a:lumMod val="95000"/>
            </a:schemeClr>
          </a:solidFill>
          <a:ln>
            <a:solidFill>
              <a:schemeClr val="tx1"/>
            </a:solidFill>
          </a:ln>
        </p:spPr>
        <p:txBody>
          <a:bodyPr wrap="square" rtlCol="0">
            <a:spAutoFit/>
          </a:bodyPr>
          <a:lstStyle>
            <a:defPPr>
              <a:defRPr lang="it-IT"/>
            </a:defPPr>
            <a:lvl1pPr>
              <a:defRPr sz="1100"/>
            </a:lvl1pPr>
          </a:lstStyle>
          <a:p>
            <a:r>
              <a:rPr lang="en-US" sz="900" dirty="0"/>
              <a:t>Damper: </a:t>
            </a:r>
          </a:p>
          <a:p>
            <a:r>
              <a:rPr lang="en-US" sz="900" dirty="0"/>
              <a:t>Supplier Nobel Auto.</a:t>
            </a:r>
          </a:p>
          <a:p>
            <a:r>
              <a:rPr lang="en-US" sz="900" dirty="0"/>
              <a:t>Working Pressure:4.5bar</a:t>
            </a:r>
          </a:p>
        </p:txBody>
      </p:sp>
      <p:cxnSp>
        <p:nvCxnSpPr>
          <p:cNvPr id="25" name="Connettore 2 38"/>
          <p:cNvCxnSpPr>
            <a:cxnSpLocks/>
          </p:cNvCxnSpPr>
          <p:nvPr/>
        </p:nvCxnSpPr>
        <p:spPr>
          <a:xfrm flipH="1">
            <a:off x="6096000" y="1327121"/>
            <a:ext cx="394032" cy="616381"/>
          </a:xfrm>
          <a:prstGeom prst="straightConnector1">
            <a:avLst/>
          </a:prstGeom>
          <a:ln w="127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7" name="图片 6">
            <a:extLst>
              <a:ext uri="{FF2B5EF4-FFF2-40B4-BE49-F238E27FC236}">
                <a16:creationId xmlns:a16="http://schemas.microsoft.com/office/drawing/2014/main" id="{3B137DE8-255D-E081-517E-244A6F5A2D93}"/>
              </a:ext>
            </a:extLst>
          </p:cNvPr>
          <p:cNvPicPr>
            <a:picLocks noChangeAspect="1"/>
          </p:cNvPicPr>
          <p:nvPr/>
        </p:nvPicPr>
        <p:blipFill>
          <a:blip r:embed="rId4"/>
          <a:stretch>
            <a:fillRect/>
          </a:stretch>
        </p:blipFill>
        <p:spPr>
          <a:xfrm>
            <a:off x="546100" y="4504624"/>
            <a:ext cx="2948648" cy="1903527"/>
          </a:xfrm>
          <a:prstGeom prst="rect">
            <a:avLst/>
          </a:prstGeom>
        </p:spPr>
      </p:pic>
      <p:pic>
        <p:nvPicPr>
          <p:cNvPr id="22" name="图片 21">
            <a:extLst>
              <a:ext uri="{FF2B5EF4-FFF2-40B4-BE49-F238E27FC236}">
                <a16:creationId xmlns:a16="http://schemas.microsoft.com/office/drawing/2014/main" id="{1187072A-FBC8-698F-283E-EEB28625203F}"/>
              </a:ext>
            </a:extLst>
          </p:cNvPr>
          <p:cNvPicPr>
            <a:picLocks noChangeAspect="1"/>
          </p:cNvPicPr>
          <p:nvPr/>
        </p:nvPicPr>
        <p:blipFill>
          <a:blip r:embed="rId5"/>
          <a:stretch>
            <a:fillRect/>
          </a:stretch>
        </p:blipFill>
        <p:spPr>
          <a:xfrm>
            <a:off x="7728205" y="978868"/>
            <a:ext cx="3193057" cy="3871295"/>
          </a:xfrm>
          <a:prstGeom prst="rect">
            <a:avLst/>
          </a:prstGeom>
        </p:spPr>
      </p:pic>
      <p:pic>
        <p:nvPicPr>
          <p:cNvPr id="26" name="图片 25">
            <a:extLst>
              <a:ext uri="{FF2B5EF4-FFF2-40B4-BE49-F238E27FC236}">
                <a16:creationId xmlns:a16="http://schemas.microsoft.com/office/drawing/2014/main" id="{405D3FD5-AC56-1042-CDA4-FC4A98FA1CED}"/>
              </a:ext>
            </a:extLst>
          </p:cNvPr>
          <p:cNvPicPr>
            <a:picLocks noChangeAspect="1"/>
          </p:cNvPicPr>
          <p:nvPr/>
        </p:nvPicPr>
        <p:blipFill>
          <a:blip r:embed="rId6"/>
          <a:stretch>
            <a:fillRect/>
          </a:stretch>
        </p:blipFill>
        <p:spPr>
          <a:xfrm>
            <a:off x="3800268" y="3677854"/>
            <a:ext cx="3193057" cy="2360856"/>
          </a:xfrm>
          <a:prstGeom prst="rect">
            <a:avLst/>
          </a:prstGeom>
        </p:spPr>
      </p:pic>
      <p:pic>
        <p:nvPicPr>
          <p:cNvPr id="28" name="图片 27">
            <a:extLst>
              <a:ext uri="{FF2B5EF4-FFF2-40B4-BE49-F238E27FC236}">
                <a16:creationId xmlns:a16="http://schemas.microsoft.com/office/drawing/2014/main" id="{8494AF5E-3E0E-49C7-1139-EBCA2D0BD187}"/>
              </a:ext>
            </a:extLst>
          </p:cNvPr>
          <p:cNvPicPr>
            <a:picLocks noChangeAspect="1"/>
          </p:cNvPicPr>
          <p:nvPr/>
        </p:nvPicPr>
        <p:blipFill>
          <a:blip r:embed="rId7"/>
          <a:stretch>
            <a:fillRect/>
          </a:stretch>
        </p:blipFill>
        <p:spPr>
          <a:xfrm>
            <a:off x="7909730" y="4778899"/>
            <a:ext cx="2672290" cy="2079101"/>
          </a:xfrm>
          <a:prstGeom prst="rect">
            <a:avLst/>
          </a:prstGeom>
        </p:spPr>
      </p:pic>
    </p:spTree>
    <p:extLst>
      <p:ext uri="{BB962C8B-B14F-4D97-AF65-F5344CB8AC3E}">
        <p14:creationId xmlns:p14="http://schemas.microsoft.com/office/powerpoint/2010/main" val="23541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a:t>FC00SAA78530-Fuel SUPPLY LINE FILTER TO ENGINE</a:t>
            </a:r>
          </a:p>
        </p:txBody>
      </p:sp>
      <p:graphicFrame>
        <p:nvGraphicFramePr>
          <p:cNvPr id="6" name="Tabella 2"/>
          <p:cNvGraphicFramePr>
            <a:graphicFrameLocks noGrp="1"/>
          </p:cNvGraphicFramePr>
          <p:nvPr>
            <p:extLst>
              <p:ext uri="{D42A27DB-BD31-4B8C-83A1-F6EECF244321}">
                <p14:modId xmlns:p14="http://schemas.microsoft.com/office/powerpoint/2010/main" val="2829647516"/>
              </p:ext>
            </p:extLst>
          </p:nvPr>
        </p:nvGraphicFramePr>
        <p:xfrm>
          <a:off x="690027" y="1254887"/>
          <a:ext cx="8993235" cy="2537870"/>
        </p:xfrm>
        <a:graphic>
          <a:graphicData uri="http://schemas.openxmlformats.org/drawingml/2006/table">
            <a:tbl>
              <a:tblPr/>
              <a:tblGrid>
                <a:gridCol w="186851">
                  <a:extLst>
                    <a:ext uri="{9D8B030D-6E8A-4147-A177-3AD203B41FA5}">
                      <a16:colId xmlns:a16="http://schemas.microsoft.com/office/drawing/2014/main" val="20000"/>
                    </a:ext>
                  </a:extLst>
                </a:gridCol>
                <a:gridCol w="216319">
                  <a:extLst>
                    <a:ext uri="{9D8B030D-6E8A-4147-A177-3AD203B41FA5}">
                      <a16:colId xmlns:a16="http://schemas.microsoft.com/office/drawing/2014/main" val="20001"/>
                    </a:ext>
                  </a:extLst>
                </a:gridCol>
                <a:gridCol w="216104">
                  <a:extLst>
                    <a:ext uri="{9D8B030D-6E8A-4147-A177-3AD203B41FA5}">
                      <a16:colId xmlns:a16="http://schemas.microsoft.com/office/drawing/2014/main" val="20002"/>
                    </a:ext>
                  </a:extLst>
                </a:gridCol>
                <a:gridCol w="1503376">
                  <a:extLst>
                    <a:ext uri="{9D8B030D-6E8A-4147-A177-3AD203B41FA5}">
                      <a16:colId xmlns:a16="http://schemas.microsoft.com/office/drawing/2014/main" val="20003"/>
                    </a:ext>
                  </a:extLst>
                </a:gridCol>
                <a:gridCol w="1088144">
                  <a:extLst>
                    <a:ext uri="{9D8B030D-6E8A-4147-A177-3AD203B41FA5}">
                      <a16:colId xmlns:a16="http://schemas.microsoft.com/office/drawing/2014/main" val="20004"/>
                    </a:ext>
                  </a:extLst>
                </a:gridCol>
                <a:gridCol w="629615">
                  <a:extLst>
                    <a:ext uri="{9D8B030D-6E8A-4147-A177-3AD203B41FA5}">
                      <a16:colId xmlns:a16="http://schemas.microsoft.com/office/drawing/2014/main" val="20005"/>
                    </a:ext>
                  </a:extLst>
                </a:gridCol>
                <a:gridCol w="400298">
                  <a:extLst>
                    <a:ext uri="{9D8B030D-6E8A-4147-A177-3AD203B41FA5}">
                      <a16:colId xmlns:a16="http://schemas.microsoft.com/office/drawing/2014/main" val="20006"/>
                    </a:ext>
                  </a:extLst>
                </a:gridCol>
                <a:gridCol w="2095998">
                  <a:extLst>
                    <a:ext uri="{9D8B030D-6E8A-4147-A177-3AD203B41FA5}">
                      <a16:colId xmlns:a16="http://schemas.microsoft.com/office/drawing/2014/main" val="20007"/>
                    </a:ext>
                  </a:extLst>
                </a:gridCol>
                <a:gridCol w="936104">
                  <a:extLst>
                    <a:ext uri="{9D8B030D-6E8A-4147-A177-3AD203B41FA5}">
                      <a16:colId xmlns:a16="http://schemas.microsoft.com/office/drawing/2014/main" val="20008"/>
                    </a:ext>
                  </a:extLst>
                </a:gridCol>
                <a:gridCol w="720080">
                  <a:extLst>
                    <a:ext uri="{9D8B030D-6E8A-4147-A177-3AD203B41FA5}">
                      <a16:colId xmlns:a16="http://schemas.microsoft.com/office/drawing/2014/main" val="20009"/>
                    </a:ext>
                  </a:extLst>
                </a:gridCol>
                <a:gridCol w="1000346">
                  <a:extLst>
                    <a:ext uri="{9D8B030D-6E8A-4147-A177-3AD203B41FA5}">
                      <a16:colId xmlns:a16="http://schemas.microsoft.com/office/drawing/2014/main" val="20010"/>
                    </a:ext>
                  </a:extLst>
                </a:gridCol>
              </a:tblGrid>
              <a:tr h="739378">
                <a:tc gridSpan="3">
                  <a:txBody>
                    <a:bodyPr/>
                    <a:lstStyle/>
                    <a:p>
                      <a:pPr algn="ctr" rtl="0" fontAlgn="ctr"/>
                      <a:r>
                        <a:rPr lang="en-US" sz="1100" b="1" i="0" u="none" strike="noStrike" noProof="0" dirty="0">
                          <a:solidFill>
                            <a:srgbClr val="FFFFFF"/>
                          </a:solidFill>
                          <a:effectLst/>
                          <a:latin typeface="Calibri"/>
                        </a:rPr>
                        <a:t>LEVEL</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hMerge="1">
                  <a:txBody>
                    <a:bodyPr/>
                    <a:lstStyle/>
                    <a:p>
                      <a:endParaRPr lang="en-US"/>
                    </a:p>
                  </a:txBody>
                  <a:tcPr/>
                </a:tc>
                <a:tc hMerge="1">
                  <a:txBody>
                    <a:bodyPr/>
                    <a:lstStyle/>
                    <a:p>
                      <a:endParaRPr lang="en-US"/>
                    </a:p>
                  </a:txBody>
                  <a:tcPr/>
                </a:tc>
                <a:tc rowSpan="2">
                  <a:txBody>
                    <a:bodyPr/>
                    <a:lstStyle/>
                    <a:p>
                      <a:pPr algn="ctr" rtl="0" fontAlgn="ctr"/>
                      <a:r>
                        <a:rPr lang="en-US" sz="1100" b="1" i="0" u="none" strike="noStrike" noProof="0" dirty="0">
                          <a:solidFill>
                            <a:srgbClr val="FFFFFF"/>
                          </a:solidFill>
                          <a:effectLst/>
                          <a:latin typeface="Calibri"/>
                        </a:rPr>
                        <a:t>ITEM</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FCA </a:t>
                      </a:r>
                    </a:p>
                    <a:p>
                      <a:pPr algn="ctr" rtl="0" fontAlgn="ctr"/>
                      <a:r>
                        <a:rPr lang="en-US" sz="1100" b="1" i="0" u="none" strike="noStrike" noProof="0" dirty="0">
                          <a:solidFill>
                            <a:srgbClr val="FFFFFF"/>
                          </a:solidFill>
                          <a:effectLst/>
                          <a:latin typeface="Calibri"/>
                        </a:rPr>
                        <a:t>PART N°</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SUPPLIER </a:t>
                      </a:r>
                    </a:p>
                    <a:p>
                      <a:pPr algn="ctr" rtl="0" fontAlgn="ctr"/>
                      <a:r>
                        <a:rPr lang="en-US" sz="1100" b="1" i="0" u="none" strike="noStrike" noProof="0" dirty="0">
                          <a:solidFill>
                            <a:srgbClr val="FFFFFF"/>
                          </a:solidFill>
                          <a:effectLst/>
                          <a:latin typeface="Calibri"/>
                        </a:rPr>
                        <a:t>PART N°</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QTY</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MATERIAL</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SPEC.</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SUPPLIER</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rowSpan="2">
                  <a:txBody>
                    <a:bodyPr/>
                    <a:lstStyle/>
                    <a:p>
                      <a:pPr algn="ctr" rtl="0" fontAlgn="ctr"/>
                      <a:r>
                        <a:rPr lang="en-US" sz="1100" b="1" i="0" u="none" strike="noStrike" noProof="0" dirty="0">
                          <a:solidFill>
                            <a:srgbClr val="FFFFFF"/>
                          </a:solidFill>
                          <a:effectLst/>
                          <a:latin typeface="Calibri"/>
                        </a:rPr>
                        <a:t>NOTE</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extLst>
                  <a:ext uri="{0D108BD9-81ED-4DB2-BD59-A6C34878D82A}">
                    <a16:rowId xmlns:a16="http://schemas.microsoft.com/office/drawing/2014/main" val="10000"/>
                  </a:ext>
                </a:extLst>
              </a:tr>
              <a:tr h="0">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a:txBody>
                    <a:bodyPr/>
                    <a:lstStyle/>
                    <a:p>
                      <a:pPr algn="ctr" rtl="0" fontAlgn="ctr"/>
                      <a:r>
                        <a:rPr lang="en-US" sz="1100" b="1" i="0" u="none" strike="noStrike" noProof="0" dirty="0">
                          <a:solidFill>
                            <a:srgbClr val="FFFFFF"/>
                          </a:solidFill>
                          <a:effectLst/>
                          <a:latin typeface="Calibri"/>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B9E7"/>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277891">
                <a:tc>
                  <a:txBody>
                    <a:bodyPr/>
                    <a:lstStyle/>
                    <a:p>
                      <a:pPr marL="0" algn="l" defTabSz="457200" rtl="0" eaLnBrk="1" fontAlgn="ctr" latinLnBrk="0" hangingPunct="1"/>
                      <a:r>
                        <a:rPr lang="en-US" sz="1100" b="0" i="0" u="none" strike="noStrike" kern="1200" noProof="0" dirty="0">
                          <a:solidFill>
                            <a:schemeClr val="tx1"/>
                          </a:solidFill>
                          <a:effectLst/>
                          <a:latin typeface="Calibri" pitchFamily="34" charset="0"/>
                          <a:ea typeface="+mn-ea"/>
                          <a:cs typeface="+mn-cs"/>
                        </a:rPr>
                        <a:t>0</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 </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Fuel line damper</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2"/>
                  </a:ext>
                </a:extLst>
              </a:tr>
              <a:tr h="313169">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Capot</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PA66+PA6</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PF.90197</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3"/>
                  </a:ext>
                </a:extLst>
              </a:tr>
              <a:tr h="313169">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Spring compression 4.5bars</a:t>
                      </a: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NF EN 10270-3</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PF.90197</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686995158"/>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plug</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PA66 GF30</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PF.90197</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membrane</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dirty="0">
                          <a:solidFill>
                            <a:schemeClr val="tx1"/>
                          </a:solidFill>
                          <a:effectLst/>
                          <a:latin typeface="Calibri" panose="020F0502020204030204" pitchFamily="34" charset="0"/>
                          <a:ea typeface="+mn-ea"/>
                          <a:cs typeface="Calibri" panose="020F0502020204030204" pitchFamily="34" charset="0"/>
                        </a:rPr>
                        <a:t>54</a:t>
                      </a:r>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U6002+AgN91S</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1846185028"/>
                  </a:ext>
                </a:extLst>
              </a:tr>
              <a:tr h="229224">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l"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Damper 8*10</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ctr" defTabSz="457200" rtl="0" eaLnBrk="1" fontAlgn="ctr" latinLnBrk="0" hangingPunct="1"/>
                      <a:r>
                        <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rPr>
                        <a:t>1</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r>
                        <a:rPr lang="en-US" altLang="zh-CN" sz="1100" b="0" i="0" u="none" strike="noStrike" kern="1200" dirty="0">
                          <a:solidFill>
                            <a:schemeClr val="tx1"/>
                          </a:solidFill>
                          <a:effectLst/>
                          <a:latin typeface="Calibri" panose="020F0502020204030204" pitchFamily="34" charset="0"/>
                          <a:ea typeface="+mn-ea"/>
                          <a:cs typeface="Calibri" panose="020F0502020204030204" pitchFamily="34" charset="0"/>
                        </a:rPr>
                        <a:t>PA66 GF30</a:t>
                      </a:r>
                      <a:endParaRPr lang="en-US" sz="1100" b="0" i="0" u="none" strike="noStrike" kern="120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100" b="0" i="0" u="none" strike="noStrike" kern="1200" noProof="0" dirty="0">
                          <a:solidFill>
                            <a:schemeClr val="tx1"/>
                          </a:solidFill>
                          <a:effectLst/>
                          <a:latin typeface="Calibri" panose="020F0502020204030204" pitchFamily="34" charset="0"/>
                          <a:ea typeface="+mn-ea"/>
                          <a:cs typeface="Calibri" panose="020F0502020204030204" pitchFamily="34" charset="0"/>
                        </a:rPr>
                        <a:t>PF.90197</a:t>
                      </a: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0" u="none" strike="noStrike" kern="1200" noProof="0" dirty="0">
                        <a:solidFill>
                          <a:schemeClr val="tx1"/>
                        </a:solidFill>
                        <a:effectLst/>
                        <a:latin typeface="Calibri" panose="020F0502020204030204" pitchFamily="34" charset="0"/>
                        <a:ea typeface="+mn-ea"/>
                        <a:cs typeface="Calibri" panose="020F0502020204030204" pitchFamily="34" charset="0"/>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tc>
                  <a:txBody>
                    <a:bodyPr/>
                    <a:lstStyle/>
                    <a:p>
                      <a:pPr marL="0" algn="l" defTabSz="457200" rtl="0" eaLnBrk="1" fontAlgn="ctr" latinLnBrk="0" hangingPunct="1"/>
                      <a:endParaRPr lang="en-US" sz="1100" b="0" i="1" u="none" strike="noStrike" kern="1200" noProof="0" dirty="0">
                        <a:solidFill>
                          <a:schemeClr val="tx1"/>
                        </a:solidFill>
                        <a:effectLst/>
                        <a:latin typeface="Calibri" pitchFamily="34" charset="0"/>
                        <a:ea typeface="+mn-ea"/>
                        <a:cs typeface="+mn-cs"/>
                      </a:endParaRPr>
                    </a:p>
                  </a:txBody>
                  <a:tcPr marL="8420" marR="8420" marT="84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1"/>
                    </a:solidFill>
                  </a:tcPr>
                </a:tc>
                <a:extLst>
                  <a:ext uri="{0D108BD9-81ED-4DB2-BD59-A6C34878D82A}">
                    <a16:rowId xmlns:a16="http://schemas.microsoft.com/office/drawing/2014/main" val="4013534320"/>
                  </a:ext>
                </a:extLst>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814906265"/>
              </p:ext>
            </p:extLst>
          </p:nvPr>
        </p:nvGraphicFramePr>
        <p:xfrm>
          <a:off x="9854190" y="5131496"/>
          <a:ext cx="1522412" cy="439738"/>
        </p:xfrm>
        <a:graphic>
          <a:graphicData uri="http://schemas.openxmlformats.org/presentationml/2006/ole">
            <mc:AlternateContent xmlns:mc="http://schemas.openxmlformats.org/markup-compatibility/2006">
              <mc:Choice xmlns:v="urn:schemas-microsoft-com:vml" Requires="v">
                <p:oleObj name="包装程序外壳对象" showAsIcon="1" r:id="rId2" imgW="1522080" imgH="439560" progId="Package">
                  <p:embed/>
                </p:oleObj>
              </mc:Choice>
              <mc:Fallback>
                <p:oleObj name="包装程序外壳对象" showAsIcon="1" r:id="rId2" imgW="1522080" imgH="439560" progId="Package">
                  <p:embed/>
                  <p:pic>
                    <p:nvPicPr>
                      <p:cNvPr id="0" name=""/>
                      <p:cNvPicPr/>
                      <p:nvPr/>
                    </p:nvPicPr>
                    <p:blipFill>
                      <a:blip r:embed="rId3"/>
                      <a:stretch>
                        <a:fillRect/>
                      </a:stretch>
                    </p:blipFill>
                    <p:spPr>
                      <a:xfrm>
                        <a:off x="9854190" y="5131496"/>
                        <a:ext cx="1522412" cy="439738"/>
                      </a:xfrm>
                      <a:prstGeom prst="rect">
                        <a:avLst/>
                      </a:prstGeom>
                    </p:spPr>
                  </p:pic>
                </p:oleObj>
              </mc:Fallback>
            </mc:AlternateContent>
          </a:graphicData>
        </a:graphic>
      </p:graphicFrame>
    </p:spTree>
    <p:extLst>
      <p:ext uri="{BB962C8B-B14F-4D97-AF65-F5344CB8AC3E}">
        <p14:creationId xmlns:p14="http://schemas.microsoft.com/office/powerpoint/2010/main" val="1080625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Backup</a:t>
            </a:r>
          </a:p>
        </p:txBody>
      </p:sp>
    </p:spTree>
    <p:extLst>
      <p:ext uri="{BB962C8B-B14F-4D97-AF65-F5344CB8AC3E}">
        <p14:creationId xmlns:p14="http://schemas.microsoft.com/office/powerpoint/2010/main" val="1666448716"/>
      </p:ext>
    </p:extLst>
  </p:cSld>
  <p:clrMapOvr>
    <a:masterClrMapping/>
  </p:clrMapOvr>
</p:sld>
</file>

<file path=ppt/theme/theme1.xml><?xml version="1.0" encoding="utf-8"?>
<a:theme xmlns:a="http://schemas.openxmlformats.org/drawingml/2006/main" name="Stellantis">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6B5D268A-7F73-4890-B069-7531EC21141B}"/>
    </a:ext>
  </a:extLst>
</a:theme>
</file>

<file path=ppt/theme/theme2.xml><?xml version="1.0" encoding="utf-8"?>
<a:theme xmlns:a="http://schemas.openxmlformats.org/drawingml/2006/main" name="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DC08C376-4686-4684-B245-4472F83D1AD8}"/>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f73afda-1e36-4429-bf70-3d727359d25e">
      <Terms xmlns="http://schemas.microsoft.com/office/infopath/2007/PartnerControls"/>
    </lcf76f155ced4ddcb4097134ff3c332f>
    <TaxCatchAll xmlns="f9742d31-270f-46ad-9eb6-92825642853c" xsi:nil="true"/>
    <SharedWithUsers xmlns="f9742d31-270f-46ad-9eb6-92825642853c">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F4CEB0C60E05645B4D07E72F4E6B5F4" ma:contentTypeVersion="19" ma:contentTypeDescription="Create a new document." ma:contentTypeScope="" ma:versionID="b863b53d0389625987c116736f80d1f0">
  <xsd:schema xmlns:xsd="http://www.w3.org/2001/XMLSchema" xmlns:xs="http://www.w3.org/2001/XMLSchema" xmlns:p="http://schemas.microsoft.com/office/2006/metadata/properties" xmlns:ns2="9f73afda-1e36-4429-bf70-3d727359d25e" xmlns:ns3="f9742d31-270f-46ad-9eb6-92825642853c" targetNamespace="http://schemas.microsoft.com/office/2006/metadata/properties" ma:root="true" ma:fieldsID="16b7e4aa6fec992f0b057ba67690937b" ns2:_="" ns3:_="">
    <xsd:import namespace="9f73afda-1e36-4429-bf70-3d727359d25e"/>
    <xsd:import namespace="f9742d31-270f-46ad-9eb6-92825642853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MediaServiceDateTaken"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3afda-1e36-4429-bf70-3d727359d2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247bebf-ce0e-4fa1-bae7-748a1283d6f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742d31-270f-46ad-9eb6-92825642853c"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4598bb3-3f75-4f62-b63a-5b710039a36f}" ma:internalName="TaxCatchAll" ma:showField="CatchAllData" ma:web="f9742d31-270f-46ad-9eb6-92825642853c">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B31571-F908-4997-8281-B706CAF2FD16}">
  <ds:schemaRefs>
    <ds:schemaRef ds:uri="http://schemas.microsoft.com/sharepoint/v3/contenttype/forms"/>
  </ds:schemaRefs>
</ds:datastoreItem>
</file>

<file path=customXml/itemProps2.xml><?xml version="1.0" encoding="utf-8"?>
<ds:datastoreItem xmlns:ds="http://schemas.openxmlformats.org/officeDocument/2006/customXml" ds:itemID="{BD0965FF-3636-49D8-9BEA-88949709C0B6}">
  <ds:schemaRefs>
    <ds:schemaRef ds:uri="http://schemas.microsoft.com/office/2006/metadata/properties"/>
    <ds:schemaRef ds:uri="http://schemas.microsoft.com/office/infopath/2007/PartnerControls"/>
    <ds:schemaRef ds:uri="a4bae71b-b3b8-417d-bc20-636d41eee7a1"/>
  </ds:schemaRefs>
</ds:datastoreItem>
</file>

<file path=customXml/itemProps3.xml><?xml version="1.0" encoding="utf-8"?>
<ds:datastoreItem xmlns:ds="http://schemas.openxmlformats.org/officeDocument/2006/customXml" ds:itemID="{750F748B-0E11-4C71-B712-BAA421404FDF}"/>
</file>

<file path=docProps/app.xml><?xml version="1.0" encoding="utf-8"?>
<Properties xmlns="http://schemas.openxmlformats.org/officeDocument/2006/extended-properties" xmlns:vt="http://schemas.openxmlformats.org/officeDocument/2006/docPropsVTypes">
  <Template>Stellantis MAJ Template PowerPoint 16-9 v1[2]</Template>
  <TotalTime>1162</TotalTime>
  <Words>233</Words>
  <Application>Microsoft Office PowerPoint</Application>
  <PresentationFormat>宽屏</PresentationFormat>
  <Paragraphs>63</Paragraphs>
  <Slides>5</Slides>
  <Notes>0</Notes>
  <HiddenSlides>0</HiddenSlides>
  <MMClips>0</MMClips>
  <ScaleCrop>false</ScaleCrop>
  <HeadingPairs>
    <vt:vector size="4" baseType="variant">
      <vt:variant>
        <vt:lpstr>主题</vt:lpstr>
      </vt:variant>
      <vt:variant>
        <vt:i4>2</vt:i4>
      </vt:variant>
      <vt:variant>
        <vt:lpstr>幻灯片标题</vt:lpstr>
      </vt:variant>
      <vt:variant>
        <vt:i4>5</vt:i4>
      </vt:variant>
    </vt:vector>
  </HeadingPairs>
  <TitlesOfParts>
    <vt:vector size="7" baseType="lpstr">
      <vt:lpstr>Stellantis</vt:lpstr>
      <vt:lpstr>Stellantis - Chapter blue</vt:lpstr>
      <vt:lpstr>KP1 A&amp;B</vt:lpstr>
      <vt:lpstr>PowerPoint 演示文稿</vt:lpstr>
      <vt:lpstr>PowerPoint 演示文稿</vt:lpstr>
      <vt:lpstr>PowerPoint 演示文稿</vt:lpstr>
      <vt:lpstr>Backup</vt:lpstr>
    </vt:vector>
  </TitlesOfParts>
  <Company>FCA 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presentation [encode sans 47 pt light] on several lines LOREM IPSUM DOLOR SIT AMET ET DOLOMAET CTETUER PISCINGO</dc:title>
  <dc:creator>Workstation User</dc:creator>
  <cp:lastModifiedBy>YU HAN ZHANG (EXTERNAL)</cp:lastModifiedBy>
  <cp:revision>56</cp:revision>
  <dcterms:created xsi:type="dcterms:W3CDTF">2021-01-15T17:29:40Z</dcterms:created>
  <dcterms:modified xsi:type="dcterms:W3CDTF">2025-07-03T08:02:41Z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0x0101002F4CEB0C60E05645B4D07E72F4E6B5F4</vt:lpwstr>
  </property>
  <property fmtid="{D5CDD505-2E9C-101B-9397-08002B2CF9AE}" pid="3" name="MSIP_Label_725ca717-11da-4935-b601-f527b9741f2e_Enabled">
    <vt:lpwstr>true</vt:lpwstr>
  </property>
  <property fmtid="{D5CDD505-2E9C-101B-9397-08002B2CF9AE}" pid="4" name="MSIP_Label_725ca717-11da-4935-b601-f527b9741f2e_SetDate">
    <vt:lpwstr>2025-07-03T08:02:41Z</vt:lpwstr>
  </property>
  <property fmtid="{D5CDD505-2E9C-101B-9397-08002B2CF9AE}" pid="5" name="MSIP_Label_725ca717-11da-4935-b601-f527b9741f2e_Method">
    <vt:lpwstr>Standard</vt:lpwstr>
  </property>
  <property fmtid="{D5CDD505-2E9C-101B-9397-08002B2CF9AE}" pid="6" name="MSIP_Label_725ca717-11da-4935-b601-f527b9741f2e_Name">
    <vt:lpwstr>C2 - Internal</vt:lpwstr>
  </property>
  <property fmtid="{D5CDD505-2E9C-101B-9397-08002B2CF9AE}" pid="7" name="MSIP_Label_725ca717-11da-4935-b601-f527b9741f2e_SiteId">
    <vt:lpwstr>d852d5cd-724c-4128-8812-ffa5db3f8507</vt:lpwstr>
  </property>
  <property fmtid="{D5CDD505-2E9C-101B-9397-08002B2CF9AE}" pid="8" name="MSIP_Label_725ca717-11da-4935-b601-f527b9741f2e_ActionId">
    <vt:lpwstr>d85d5492-48e8-4542-b9b8-7c8a8250ead0</vt:lpwstr>
  </property>
  <property fmtid="{D5CDD505-2E9C-101B-9397-08002B2CF9AE}" pid="9" name="MSIP_Label_725ca717-11da-4935-b601-f527b9741f2e_ContentBits">
    <vt:lpwstr>0</vt:lpwstr>
  </property>
  <property fmtid="{D5CDD505-2E9C-101B-9397-08002B2CF9AE}" pid="10" name="MSIP_Label_725ca717-11da-4935-b601-f527b9741f2e_Tag">
    <vt:lpwstr>10, 3, 0, 2</vt:lpwstr>
  </property>
  <property fmtid="{D5CDD505-2E9C-101B-9397-08002B2CF9AE}" pid="11" name="MediaServiceImageTags">
    <vt:lpwstr/>
  </property>
  <property fmtid="{D5CDD505-2E9C-101B-9397-08002B2CF9AE}" pid="12" name="Order">
    <vt:r8>7047700</vt:r8>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ies>
</file>