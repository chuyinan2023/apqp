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0" r:id="rId1"/>
    <p:sldMasterId id="2147483648" r:id="rId2"/>
  </p:sldMasterIdLst>
  <p:notesMasterIdLst>
    <p:notesMasterId r:id="rId8"/>
  </p:notesMasterIdLst>
  <p:sldIdLst>
    <p:sldId id="323" r:id="rId3"/>
    <p:sldId id="328" r:id="rId4"/>
    <p:sldId id="321" r:id="rId5"/>
    <p:sldId id="322" r:id="rId6"/>
    <p:sldId id="326"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34" userDrawn="1">
          <p15:clr>
            <a:srgbClr val="A4A3A4"/>
          </p15:clr>
        </p15:guide>
        <p15:guide id="2" orient="horz" pos="3542" userDrawn="1">
          <p15:clr>
            <a:srgbClr val="A4A3A4"/>
          </p15:clr>
        </p15:guide>
        <p15:guide id="3"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98" autoAdjust="0"/>
    <p:restoredTop sz="94643" autoAdjust="0"/>
  </p:normalViewPr>
  <p:slideViewPr>
    <p:cSldViewPr snapToGrid="0" showGuides="1">
      <p:cViewPr varScale="1">
        <p:scale>
          <a:sx n="83" d="100"/>
          <a:sy n="83" d="100"/>
        </p:scale>
        <p:origin x="763" y="67"/>
      </p:cViewPr>
      <p:guideLst>
        <p:guide orient="horz" pos="1834"/>
        <p:guide orient="horz" pos="3542"/>
        <p:guide pos="3840"/>
      </p:guideLst>
    </p:cSldViewPr>
  </p:slideViewPr>
  <p:outlineViewPr>
    <p:cViewPr>
      <p:scale>
        <a:sx n="75" d="100"/>
        <a:sy n="75" d="100"/>
      </p:scale>
      <p:origin x="0" y="-28944"/>
    </p:cViewPr>
  </p:outlineViewPr>
  <p:notesTextViewPr>
    <p:cViewPr>
      <p:scale>
        <a:sx n="75" d="100"/>
        <a:sy n="75"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D647E-0E65-4A14-903D-757EDF104052}" type="datetimeFigureOut">
              <a:rPr lang="fr-FR" smtClean="0"/>
              <a:t>25/03/2022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46B207-691D-4EE2-B9CC-9F376BF0DE64}" type="slidenum">
              <a:rPr lang="fr-FR" smtClean="0"/>
              <a:t>‹#›</a:t>
            </a:fld>
            <a:endParaRPr lang="fr-FR"/>
          </a:p>
        </p:txBody>
      </p:sp>
    </p:spTree>
    <p:extLst>
      <p:ext uri="{BB962C8B-B14F-4D97-AF65-F5344CB8AC3E}">
        <p14:creationId xmlns:p14="http://schemas.microsoft.com/office/powerpoint/2010/main" val="1600713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54637" y="2099532"/>
            <a:ext cx="10080000" cy="3240000"/>
          </a:xfrm>
        </p:spPr>
        <p:txBody>
          <a:bodyPr anchor="t"/>
          <a:lstStyle>
            <a:lvl1pPr algn="l">
              <a:lnSpc>
                <a:spcPct val="90000"/>
              </a:lnSpc>
              <a:defRPr sz="4700">
                <a:solidFill>
                  <a:schemeClr val="bg1"/>
                </a:solidFill>
                <a:latin typeface="+mj-lt"/>
              </a:defRPr>
            </a:lvl1pPr>
          </a:lstStyle>
          <a:p>
            <a:r>
              <a:rPr lang="en-US" noProof="0"/>
              <a:t>Click to edit Master title style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hasCustomPrompt="1"/>
          </p:nvPr>
        </p:nvSpPr>
        <p:spPr>
          <a:xfrm>
            <a:off x="1154637" y="5937816"/>
            <a:ext cx="10080000" cy="360000"/>
          </a:xfrm>
        </p:spPr>
        <p:txBody>
          <a:bodyPr anchor="t"/>
          <a:lstStyle>
            <a:lvl1pPr marL="0" indent="0" algn="l">
              <a:lnSpc>
                <a:spcPct val="90000"/>
              </a:lnSpc>
              <a:spcBef>
                <a:spcPts val="0"/>
              </a:spcBef>
              <a:buNone/>
              <a:defRPr sz="1800">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p>
        </p:txBody>
      </p:sp>
      <p:sp>
        <p:nvSpPr>
          <p:cNvPr id="14" name="Espace réservé de la date 13">
            <a:extLst>
              <a:ext uri="{FF2B5EF4-FFF2-40B4-BE49-F238E27FC236}">
                <a16:creationId xmlns:a16="http://schemas.microsoft.com/office/drawing/2014/main" id="{300CADA1-D253-4F6F-88CF-D8727A69C674}"/>
              </a:ext>
            </a:extLst>
          </p:cNvPr>
          <p:cNvSpPr>
            <a:spLocks noGrp="1"/>
          </p:cNvSpPr>
          <p:nvPr>
            <p:ph type="dt" sz="half" idx="10"/>
          </p:nvPr>
        </p:nvSpPr>
        <p:spPr>
          <a:xfrm>
            <a:off x="1154637" y="5425540"/>
            <a:ext cx="2880000" cy="468000"/>
          </a:xfrm>
        </p:spPr>
        <p:txBody>
          <a:bodyPr anchor="t"/>
          <a:lstStyle>
            <a:lvl1pPr algn="l">
              <a:defRPr lang="fr-FR" sz="2500" b="0" kern="1200" cap="all" baseline="0" dirty="0" smtClean="0">
                <a:solidFill>
                  <a:schemeClr val="bg1"/>
                </a:solidFill>
                <a:latin typeface="+mj-lt"/>
                <a:ea typeface="+mn-ea"/>
                <a:cs typeface="+mn-cs"/>
              </a:defRPr>
            </a:lvl1pPr>
          </a:lstStyle>
          <a:p>
            <a:r>
              <a:rPr lang="en-US" noProof="0"/>
              <a:t>YYYY/MM/DD</a:t>
            </a:r>
          </a:p>
        </p:txBody>
      </p:sp>
      <p:sp>
        <p:nvSpPr>
          <p:cNvPr id="15" name="Espace réservé du pied de page 14">
            <a:extLst>
              <a:ext uri="{FF2B5EF4-FFF2-40B4-BE49-F238E27FC236}">
                <a16:creationId xmlns:a16="http://schemas.microsoft.com/office/drawing/2014/main" id="{220B2E6D-A47C-49EF-BD1D-CD4E8D91A525}"/>
              </a:ext>
            </a:extLst>
          </p:cNvPr>
          <p:cNvSpPr>
            <a:spLocks noGrp="1"/>
          </p:cNvSpPr>
          <p:nvPr>
            <p:ph type="ftr" sz="quarter" idx="11"/>
          </p:nvPr>
        </p:nvSpPr>
        <p:spPr/>
        <p:txBody>
          <a:bodyPr/>
          <a:lstStyle>
            <a:lvl1pPr>
              <a:defRPr>
                <a:solidFill>
                  <a:schemeClr val="bg1"/>
                </a:solidFill>
              </a:defRPr>
            </a:lvl1pPr>
          </a:lstStyle>
          <a:p>
            <a:r>
              <a:rPr lang="en-US" noProof="0"/>
              <a:t>Communication Department</a:t>
            </a:r>
            <a:endParaRPr lang="en-US" noProof="0">
              <a:solidFill>
                <a:schemeClr val="bg1"/>
              </a:solidFill>
            </a:endParaRPr>
          </a:p>
        </p:txBody>
      </p:sp>
      <p:sp>
        <p:nvSpPr>
          <p:cNvPr id="16" name="Espace réservé du numéro de diapositive 15">
            <a:extLst>
              <a:ext uri="{FF2B5EF4-FFF2-40B4-BE49-F238E27FC236}">
                <a16:creationId xmlns:a16="http://schemas.microsoft.com/office/drawing/2014/main" id="{51BEB788-E3EA-4C0F-B6FF-45518A2C529D}"/>
              </a:ext>
            </a:extLst>
          </p:cNvPr>
          <p:cNvSpPr>
            <a:spLocks noGrp="1"/>
          </p:cNvSpPr>
          <p:nvPr>
            <p:ph type="sldNum" sz="quarter" idx="12"/>
          </p:nvPr>
        </p:nvSpPr>
        <p:spPr/>
        <p:txBody>
          <a:bodyPr/>
          <a:lstStyle>
            <a:lvl1pPr>
              <a:defRPr>
                <a:solidFill>
                  <a:schemeClr val="bg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2945222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commanda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A21623-60EA-4CE6-87A1-45097200BB6B}"/>
              </a:ext>
            </a:extLst>
          </p:cNvPr>
          <p:cNvSpPr>
            <a:spLocks noGrp="1"/>
          </p:cNvSpPr>
          <p:nvPr>
            <p:ph type="title" hasCustomPrompt="1"/>
          </p:nvPr>
        </p:nvSpPr>
        <p:spPr>
          <a:xfrm>
            <a:off x="1154637" y="2066191"/>
            <a:ext cx="10440000" cy="1440000"/>
          </a:xfrm>
        </p:spPr>
        <p:txBody>
          <a:bodyPr/>
          <a:lstStyle>
            <a:lvl1pPr>
              <a:defRPr>
                <a:solidFill>
                  <a:schemeClr val="bg1"/>
                </a:solidFill>
              </a:defRPr>
            </a:lvl1pPr>
          </a:lstStyle>
          <a:p>
            <a:r>
              <a:rPr lang="en-US" noProof="0"/>
              <a:t>Click to edit Master title style</a:t>
            </a:r>
          </a:p>
        </p:txBody>
      </p:sp>
      <p:sp>
        <p:nvSpPr>
          <p:cNvPr id="5" name="Espace réservé du texte 4">
            <a:extLst>
              <a:ext uri="{FF2B5EF4-FFF2-40B4-BE49-F238E27FC236}">
                <a16:creationId xmlns:a16="http://schemas.microsoft.com/office/drawing/2014/main" id="{6B7ED2FD-D4F2-4FCF-B2BC-8B40DC49DFDC}"/>
              </a:ext>
            </a:extLst>
          </p:cNvPr>
          <p:cNvSpPr>
            <a:spLocks noGrp="1"/>
          </p:cNvSpPr>
          <p:nvPr>
            <p:ph type="body" sz="quarter" idx="18" hasCustomPrompt="1"/>
          </p:nvPr>
        </p:nvSpPr>
        <p:spPr>
          <a:xfrm>
            <a:off x="1154112" y="3042000"/>
            <a:ext cx="10440000" cy="2933700"/>
          </a:xfrm>
        </p:spPr>
        <p:txBody>
          <a:bodyPr/>
          <a:lstStyle>
            <a:lvl1pPr>
              <a:defRPr>
                <a:solidFill>
                  <a:schemeClr val="bg1"/>
                </a:solidFill>
              </a:defRPr>
            </a:lvl1pPr>
            <a:lvl2pPr marL="216000" indent="-216000">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34359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4" name="Espace réservé pour une image  33">
            <a:extLst>
              <a:ext uri="{FF2B5EF4-FFF2-40B4-BE49-F238E27FC236}">
                <a16:creationId xmlns:a16="http://schemas.microsoft.com/office/drawing/2014/main" id="{370C295F-F87C-4224-8CC1-055740470C15}"/>
              </a:ext>
            </a:extLst>
          </p:cNvPr>
          <p:cNvSpPr>
            <a:spLocks noGrp="1"/>
          </p:cNvSpPr>
          <p:nvPr>
            <p:ph type="pic" idx="14" hasCustomPrompt="1"/>
          </p:nvPr>
        </p:nvSpPr>
        <p:spPr>
          <a:xfrm>
            <a:off x="2" y="3425825"/>
            <a:ext cx="12191999" cy="3432173"/>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26792" y="1816075"/>
            <a:ext cx="10440000" cy="1260000"/>
          </a:xfrm>
        </p:spPr>
        <p:txBody>
          <a:bodyPr anchor="t"/>
          <a:lstStyle>
            <a:lvl1pPr algn="l">
              <a:lnSpc>
                <a:spcPct val="90000"/>
              </a:lnSpc>
              <a:defRPr sz="3800">
                <a:solidFill>
                  <a:schemeClr val="bg1"/>
                </a:solidFill>
                <a:latin typeface="+mj-lt"/>
              </a:defRPr>
            </a:lvl1pPr>
          </a:lstStyle>
          <a:p>
            <a:r>
              <a:rPr lang="en-US" noProof="0"/>
              <a:t>Click to edit Master title style</a:t>
            </a:r>
          </a:p>
        </p:txBody>
      </p:sp>
      <p:sp>
        <p:nvSpPr>
          <p:cNvPr id="12" name="Espace réservé de la date 11">
            <a:extLst>
              <a:ext uri="{FF2B5EF4-FFF2-40B4-BE49-F238E27FC236}">
                <a16:creationId xmlns:a16="http://schemas.microsoft.com/office/drawing/2014/main" id="{59764E17-B98C-4383-8370-2690754AADC9}"/>
              </a:ext>
            </a:extLst>
          </p:cNvPr>
          <p:cNvSpPr>
            <a:spLocks noGrp="1"/>
          </p:cNvSpPr>
          <p:nvPr>
            <p:ph type="dt" sz="half" idx="15"/>
          </p:nvPr>
        </p:nvSpPr>
        <p:spPr>
          <a:xfrm>
            <a:off x="1145842" y="5802228"/>
            <a:ext cx="2880000" cy="468000"/>
          </a:xfrm>
        </p:spPr>
        <p:txBody>
          <a:bodyPr anchor="t"/>
          <a:lstStyle>
            <a:lvl1pPr>
              <a:defRPr lang="fr-FR" sz="2500" b="0" kern="1200" cap="all" baseline="0" noProof="0" dirty="0" smtClean="0">
                <a:solidFill>
                  <a:schemeClr val="bg1"/>
                </a:solidFill>
                <a:latin typeface="+mj-lt"/>
                <a:ea typeface="+mn-ea"/>
                <a:cs typeface="+mn-cs"/>
              </a:defRPr>
            </a:lvl1pPr>
          </a:lstStyle>
          <a:p>
            <a:pPr algn="l"/>
            <a:r>
              <a:rPr lang="en-US" noProof="0"/>
              <a:t>YYYY/MM/DD</a:t>
            </a:r>
          </a:p>
        </p:txBody>
      </p:sp>
      <p:sp>
        <p:nvSpPr>
          <p:cNvPr id="13" name="Espace réservé du pied de page 12">
            <a:extLst>
              <a:ext uri="{FF2B5EF4-FFF2-40B4-BE49-F238E27FC236}">
                <a16:creationId xmlns:a16="http://schemas.microsoft.com/office/drawing/2014/main" id="{E74E8C3D-024A-4ED6-AA2A-C1034A8F4A17}"/>
              </a:ext>
            </a:extLst>
          </p:cNvPr>
          <p:cNvSpPr>
            <a:spLocks noGrp="1"/>
          </p:cNvSpPr>
          <p:nvPr>
            <p:ph type="ftr" sz="quarter" idx="16"/>
          </p:nvPr>
        </p:nvSpPr>
        <p:spPr>
          <a:xfrm>
            <a:off x="101601" y="6562800"/>
            <a:ext cx="4080000" cy="216000"/>
          </a:xfrm>
        </p:spPr>
        <p:txBody>
          <a:bodyPr/>
          <a:lstStyle>
            <a:lvl1pPr>
              <a:defRPr>
                <a:solidFill>
                  <a:schemeClr val="bg1"/>
                </a:solidFill>
              </a:defRPr>
            </a:lvl1pPr>
          </a:lstStyle>
          <a:p>
            <a:r>
              <a:rPr lang="en-US" noProof="0"/>
              <a:t>Communication Department</a:t>
            </a:r>
          </a:p>
        </p:txBody>
      </p:sp>
      <p:sp>
        <p:nvSpPr>
          <p:cNvPr id="14" name="Espace réservé du numéro de diapositive 13">
            <a:extLst>
              <a:ext uri="{FF2B5EF4-FFF2-40B4-BE49-F238E27FC236}">
                <a16:creationId xmlns:a16="http://schemas.microsoft.com/office/drawing/2014/main" id="{26DEE05B-3704-4A91-B3BE-6D9306C267B4}"/>
              </a:ext>
            </a:extLst>
          </p:cNvPr>
          <p:cNvSpPr>
            <a:spLocks noGrp="1"/>
          </p:cNvSpPr>
          <p:nvPr>
            <p:ph type="sldNum" sz="quarter" idx="17"/>
          </p:nvPr>
        </p:nvSpPr>
        <p:spPr>
          <a:xfrm>
            <a:off x="11370399" y="6562800"/>
            <a:ext cx="720000" cy="216000"/>
          </a:xfrm>
        </p:spPr>
        <p:txBody>
          <a:bodyPr/>
          <a:lstStyle>
            <a:lvl1pPr>
              <a:defRPr>
                <a:solidFill>
                  <a:schemeClr val="bg1"/>
                </a:solidFill>
              </a:defRPr>
            </a:lvl1pPr>
          </a:lstStyle>
          <a:p>
            <a:fld id="{975A587B-5814-4D9B-9598-FE9CB954CB01}" type="slidenum">
              <a:rPr lang="en-US" noProof="0" smtClean="0"/>
              <a:pPr/>
              <a:t>‹#›</a:t>
            </a:fld>
            <a:endParaRPr lang="en-US" noProof="0"/>
          </a:p>
        </p:txBody>
      </p:sp>
      <p:sp>
        <p:nvSpPr>
          <p:cNvPr id="42" name="Espace réservé du texte 41">
            <a:extLst>
              <a:ext uri="{FF2B5EF4-FFF2-40B4-BE49-F238E27FC236}">
                <a16:creationId xmlns:a16="http://schemas.microsoft.com/office/drawing/2014/main" id="{8E7EA58A-C319-4F80-9E54-D658719F8C76}"/>
              </a:ext>
            </a:extLst>
          </p:cNvPr>
          <p:cNvSpPr>
            <a:spLocks noGrp="1"/>
          </p:cNvSpPr>
          <p:nvPr>
            <p:ph type="body" sz="quarter" idx="18" hasCustomPrompt="1"/>
          </p:nvPr>
        </p:nvSpPr>
        <p:spPr>
          <a:xfrm>
            <a:off x="5271452" y="3125321"/>
            <a:ext cx="1729424" cy="330417"/>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lvl1pPr>
              <a:defRPr>
                <a:solidFill>
                  <a:schemeClr val="bg1"/>
                </a:solidFill>
              </a:defRPr>
            </a:lvl1pPr>
          </a:lstStyle>
          <a:p>
            <a:pPr lvl="0"/>
            <a:r>
              <a:rPr lang="en-US" noProof="0"/>
              <a:t> </a:t>
            </a:r>
          </a:p>
        </p:txBody>
      </p:sp>
    </p:spTree>
    <p:extLst>
      <p:ext uri="{BB962C8B-B14F-4D97-AF65-F5344CB8AC3E}">
        <p14:creationId xmlns:p14="http://schemas.microsoft.com/office/powerpoint/2010/main" val="4865705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8FD1CB-5C99-41C9-BA86-BB740E814EC3}"/>
              </a:ext>
            </a:extLst>
          </p:cNvPr>
          <p:cNvSpPr>
            <a:spLocks noGrp="1"/>
          </p:cNvSpPr>
          <p:nvPr>
            <p:ph type="title" hasCustomPrompt="1"/>
          </p:nvPr>
        </p:nvSpPr>
        <p:spPr>
          <a:xfrm>
            <a:off x="1154637" y="2066189"/>
            <a:ext cx="10440000" cy="3600000"/>
          </a:xfrm>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3869275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327394" y="969772"/>
            <a:ext cx="11464012" cy="3600000"/>
          </a:xfrm>
        </p:spPr>
        <p:txBody>
          <a:bodyPr/>
          <a:lstStyle>
            <a:lvl1pPr>
              <a:defRPr sz="1400">
                <a:latin typeface="Calibri" panose="020F0502020204030204" pitchFamily="34" charset="0"/>
                <a:cs typeface="Calibri" panose="020F0502020204030204" pitchFamily="34" charset="0"/>
              </a:defRPr>
            </a:lvl1pPr>
            <a:lvl2pPr>
              <a:defRPr sz="1400">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noProof="0" dirty="0"/>
              <a:t>Click to edit master text styles</a:t>
            </a:r>
          </a:p>
          <a:p>
            <a:pPr lvl="1"/>
            <a:r>
              <a:rPr lang="en-US" noProof="0" dirty="0" err="1" smtClean="0"/>
              <a:t>jjSecond</a:t>
            </a:r>
            <a:r>
              <a:rPr lang="en-US" noProof="0" dirty="0" smtClean="0"/>
              <a:t> level  </a:t>
            </a:r>
            <a:endParaRPr lang="en-US" noProof="0" dirty="0"/>
          </a:p>
          <a:p>
            <a:pPr lvl="4"/>
            <a:r>
              <a:rPr lang="en-US" noProof="0" dirty="0" err="1" smtClean="0"/>
              <a:t>jkjFifth</a:t>
            </a:r>
            <a:r>
              <a:rPr lang="en-US" noProof="0" dirty="0" smtClean="0"/>
              <a:t> </a:t>
            </a:r>
            <a:r>
              <a:rPr lang="en-US" noProof="0" dirty="0"/>
              <a:t>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Tree>
    <p:extLst>
      <p:ext uri="{BB962C8B-B14F-4D97-AF65-F5344CB8AC3E}">
        <p14:creationId xmlns:p14="http://schemas.microsoft.com/office/powerpoint/2010/main" val="30829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1131889" y="2090899"/>
            <a:ext cx="10440000" cy="1548000"/>
          </a:xfrm>
        </p:spPr>
        <p:txBody>
          <a:bodyPr anchor="b"/>
          <a:lstStyle>
            <a:lvl1pPr>
              <a:defRPr sz="5000" b="0">
                <a:solidFill>
                  <a:schemeClr val="bg1"/>
                </a:solidFill>
                <a:latin typeface="Encode Sans ExpandedLight" pitchFamily="2" charset="0"/>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1131889" y="3709352"/>
            <a:ext cx="10440000" cy="792000"/>
          </a:xfrm>
        </p:spPr>
        <p:txBody>
          <a:bodyPr/>
          <a:lstStyle>
            <a:lvl1pPr>
              <a:defRPr sz="2900" b="0">
                <a:solidFill>
                  <a:schemeClr val="bg1"/>
                </a:solidFill>
                <a:latin typeface="Encode Sans ExpandedLight" pitchFamily="2" charset="0"/>
              </a:defRPr>
            </a:lvl1pPr>
            <a:lvl2pPr>
              <a:defRPr sz="2500">
                <a:latin typeface="Encode Sans ExpandedLight" pitchFamily="2" charset="0"/>
              </a:defRPr>
            </a:lvl2pPr>
            <a:lvl3pPr>
              <a:defRPr sz="2500">
                <a:latin typeface="Encode Sans ExpandedLight" pitchFamily="2" charset="0"/>
              </a:defRPr>
            </a:lvl3pPr>
            <a:lvl4pPr>
              <a:defRPr sz="2500">
                <a:latin typeface="Encode Sans ExpandedLight" pitchFamily="2" charset="0"/>
              </a:defRPr>
            </a:lvl4pPr>
            <a:lvl5pPr>
              <a:defRPr sz="2500">
                <a:latin typeface="Encode Sans ExpandedLight" pitchFamily="2" charset="0"/>
              </a:defRPr>
            </a:lvl5pPr>
          </a:lstStyle>
          <a:p>
            <a:pPr lvl="0"/>
            <a:r>
              <a:rPr lang="en-US" noProof="0"/>
              <a:t>Click to edit master subtitle style</a:t>
            </a:r>
          </a:p>
        </p:txBody>
      </p:sp>
    </p:spTree>
    <p:extLst>
      <p:ext uri="{BB962C8B-B14F-4D97-AF65-F5344CB8AC3E}">
        <p14:creationId xmlns:p14="http://schemas.microsoft.com/office/powerpoint/2010/main" val="1354014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s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56"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3" name="Espace réservé du texte 10">
            <a:extLst>
              <a:ext uri="{FF2B5EF4-FFF2-40B4-BE49-F238E27FC236}">
                <a16:creationId xmlns:a16="http://schemas.microsoft.com/office/drawing/2014/main" id="{C616F341-424E-4ECC-B11D-0008CB10FA11}"/>
              </a:ext>
            </a:extLst>
          </p:cNvPr>
          <p:cNvSpPr>
            <a:spLocks noGrp="1"/>
          </p:cNvSpPr>
          <p:nvPr>
            <p:ph type="body" sz="quarter" idx="18" hasCustomPrompt="1"/>
          </p:nvPr>
        </p:nvSpPr>
        <p:spPr>
          <a:xfrm>
            <a:off x="6262805"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pour une image  33">
            <a:extLst>
              <a:ext uri="{FF2B5EF4-FFF2-40B4-BE49-F238E27FC236}">
                <a16:creationId xmlns:a16="http://schemas.microsoft.com/office/drawing/2014/main" id="{4DCA1355-34B5-49FC-BA6B-273A843D5348}"/>
              </a:ext>
            </a:extLst>
          </p:cNvPr>
          <p:cNvSpPr>
            <a:spLocks noGrp="1"/>
          </p:cNvSpPr>
          <p:nvPr>
            <p:ph type="pic" idx="14" hasCustomPrompt="1"/>
          </p:nvPr>
        </p:nvSpPr>
        <p:spPr>
          <a:xfrm>
            <a:off x="642938" y="3425825"/>
            <a:ext cx="10906128" cy="2916609"/>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Tree>
    <p:extLst>
      <p:ext uri="{BB962C8B-B14F-4D97-AF65-F5344CB8AC3E}">
        <p14:creationId xmlns:p14="http://schemas.microsoft.com/office/powerpoint/2010/main" val="3420106843"/>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5328000" cy="3240000"/>
          </a:xfrm>
        </p:spPr>
        <p:txBody>
          <a:bodyPr/>
          <a:lstStyle>
            <a:lvl1pPr>
              <a:defRPr sz="1900"/>
            </a:lvl1pPr>
            <a:lvl2pPr>
              <a:defRPr sz="19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5328000" cy="1224000"/>
          </a:xfrm>
        </p:spPr>
        <p:txBody>
          <a:body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Tree>
    <p:extLst>
      <p:ext uri="{BB962C8B-B14F-4D97-AF65-F5344CB8AC3E}">
        <p14:creationId xmlns:p14="http://schemas.microsoft.com/office/powerpoint/2010/main" val="4253874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hite with a photo">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4" name="Titre 13">
            <a:extLst>
              <a:ext uri="{FF2B5EF4-FFF2-40B4-BE49-F238E27FC236}">
                <a16:creationId xmlns:a16="http://schemas.microsoft.com/office/drawing/2014/main" id="{8038BA85-2084-4869-B223-D5D52B6CE45D}"/>
              </a:ext>
            </a:extLst>
          </p:cNvPr>
          <p:cNvSpPr>
            <a:spLocks noGrp="1"/>
          </p:cNvSpPr>
          <p:nvPr>
            <p:ph type="title" hasCustomPrompt="1"/>
          </p:nvPr>
        </p:nvSpPr>
        <p:spPr>
          <a:xfrm>
            <a:off x="643890" y="1128410"/>
            <a:ext cx="5452110" cy="50392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912536" y="2927612"/>
            <a:ext cx="4932000" cy="2880000"/>
          </a:xfrm>
        </p:spPr>
        <p:txBody>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5475816" y="3525796"/>
            <a:ext cx="1500865" cy="286749"/>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32234862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with highlighting text">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43890" y="1128410"/>
            <a:ext cx="545400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5" name="Titre 14">
            <a:extLst>
              <a:ext uri="{FF2B5EF4-FFF2-40B4-BE49-F238E27FC236}">
                <a16:creationId xmlns:a16="http://schemas.microsoft.com/office/drawing/2014/main" id="{135F8181-64D0-4B6F-93D7-8C10D48D5CD1}"/>
              </a:ext>
            </a:extLst>
          </p:cNvPr>
          <p:cNvSpPr>
            <a:spLocks noGrp="1"/>
          </p:cNvSpPr>
          <p:nvPr>
            <p:ph type="title" hasCustomPrompt="1"/>
          </p:nvPr>
        </p:nvSpPr>
        <p:spPr>
          <a:xfrm>
            <a:off x="6094800" y="1128410"/>
            <a:ext cx="5500800" cy="5039202"/>
          </a:xfrm>
          <a:custGeom>
            <a:avLst/>
            <a:gdLst>
              <a:gd name="connsiteX0" fmla="*/ 0 w 5500800"/>
              <a:gd name="connsiteY0" fmla="*/ 0 h 5039202"/>
              <a:gd name="connsiteX1" fmla="*/ 5500800 w 5500800"/>
              <a:gd name="connsiteY1" fmla="*/ 0 h 5039202"/>
              <a:gd name="connsiteX2" fmla="*/ 5500800 w 5500800"/>
              <a:gd name="connsiteY2" fmla="*/ 5039202 h 5039202"/>
              <a:gd name="connsiteX3" fmla="*/ 0 w 550080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500800" h="5039202">
                <a:moveTo>
                  <a:pt x="0" y="0"/>
                </a:moveTo>
                <a:lnTo>
                  <a:pt x="5500800" y="0"/>
                </a:lnTo>
                <a:lnTo>
                  <a:pt x="5500800" y="5039202"/>
                </a:lnTo>
                <a:lnTo>
                  <a:pt x="0" y="5039202"/>
                </a:lnTo>
                <a:close/>
              </a:path>
            </a:pathLst>
          </a:custGeom>
          <a:solidFill>
            <a:schemeClr val="tx2"/>
          </a:solidFill>
        </p:spPr>
        <p:txBody>
          <a:bodyPr wrap="square" lIns="648000" tIns="360000" rIns="360000" bIns="360000" anchor="ctr">
            <a:noAutofit/>
          </a:bodyPr>
          <a:lstStyle>
            <a:lvl1pPr>
              <a:defRPr sz="2400">
                <a:solidFill>
                  <a:schemeClr val="bg1"/>
                </a:solidFill>
              </a:defRPr>
            </a:lvl1pPr>
          </a:lstStyle>
          <a:p>
            <a:r>
              <a:rPr lang="en-US" noProof="0"/>
              <a:t>Click to edit Master title style</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5475816" y="3525796"/>
            <a:ext cx="1500865" cy="286749"/>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4216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in 2 frames with 2 photos">
    <p:spTree>
      <p:nvGrpSpPr>
        <p:cNvPr id="1" name=""/>
        <p:cNvGrpSpPr/>
        <p:nvPr/>
      </p:nvGrpSpPr>
      <p:grpSpPr>
        <a:xfrm>
          <a:off x="0" y="0"/>
          <a:ext cx="0" cy="0"/>
          <a:chOff x="0" y="0"/>
          <a:chExt cx="0" cy="0"/>
        </a:xfrm>
      </p:grpSpPr>
      <p:sp>
        <p:nvSpPr>
          <p:cNvPr id="20" name="Espace réservé du texte 19">
            <a:extLst>
              <a:ext uri="{FF2B5EF4-FFF2-40B4-BE49-F238E27FC236}">
                <a16:creationId xmlns:a16="http://schemas.microsoft.com/office/drawing/2014/main" id="{230AACEC-8150-4E58-B999-2C8E63E1A3E0}"/>
              </a:ext>
            </a:extLst>
          </p:cNvPr>
          <p:cNvSpPr>
            <a:spLocks noGrp="1"/>
          </p:cNvSpPr>
          <p:nvPr>
            <p:ph type="body" sz="quarter" idx="13" hasCustomPrompt="1"/>
          </p:nvPr>
        </p:nvSpPr>
        <p:spPr>
          <a:xfrm>
            <a:off x="643890"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Espace réservé pour une image  33">
            <a:extLst>
              <a:ext uri="{FF2B5EF4-FFF2-40B4-BE49-F238E27FC236}">
                <a16:creationId xmlns:a16="http://schemas.microsoft.com/office/drawing/2014/main" id="{EB38C0A6-0F71-4D15-A062-D159A2D723C4}"/>
              </a:ext>
            </a:extLst>
          </p:cNvPr>
          <p:cNvSpPr>
            <a:spLocks noGrp="1"/>
          </p:cNvSpPr>
          <p:nvPr>
            <p:ph type="pic" idx="14" hasCustomPrompt="1"/>
          </p:nvPr>
        </p:nvSpPr>
        <p:spPr>
          <a:xfrm>
            <a:off x="796868"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1" name="Espace réservé du texte 20">
            <a:extLst>
              <a:ext uri="{FF2B5EF4-FFF2-40B4-BE49-F238E27FC236}">
                <a16:creationId xmlns:a16="http://schemas.microsoft.com/office/drawing/2014/main" id="{BF34C298-6747-4F09-827E-E3C9685ACC9F}"/>
              </a:ext>
            </a:extLst>
          </p:cNvPr>
          <p:cNvSpPr>
            <a:spLocks noGrp="1"/>
          </p:cNvSpPr>
          <p:nvPr>
            <p:ph type="body" sz="quarter" idx="18" hasCustomPrompt="1"/>
          </p:nvPr>
        </p:nvSpPr>
        <p:spPr>
          <a:xfrm>
            <a:off x="6256022"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pour une image  33">
            <a:extLst>
              <a:ext uri="{FF2B5EF4-FFF2-40B4-BE49-F238E27FC236}">
                <a16:creationId xmlns:a16="http://schemas.microsoft.com/office/drawing/2014/main" id="{F597D9F1-2155-4D83-9236-EC04A593F8AA}"/>
              </a:ext>
            </a:extLst>
          </p:cNvPr>
          <p:cNvSpPr>
            <a:spLocks noGrp="1"/>
          </p:cNvSpPr>
          <p:nvPr>
            <p:ph type="pic" idx="19" hasCustomPrompt="1"/>
          </p:nvPr>
        </p:nvSpPr>
        <p:spPr>
          <a:xfrm>
            <a:off x="6409000"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Tree>
    <p:extLst>
      <p:ext uri="{BB962C8B-B14F-4D97-AF65-F5344CB8AC3E}">
        <p14:creationId xmlns:p14="http://schemas.microsoft.com/office/powerpoint/2010/main" val="117817107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with 2 graphs">
    <p:spTree>
      <p:nvGrpSpPr>
        <p:cNvPr id="1" name=""/>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E81FFD1A-90DF-48A1-9716-E41ABD43762E}"/>
              </a:ext>
            </a:extLst>
          </p:cNvPr>
          <p:cNvSpPr>
            <a:spLocks noGrp="1"/>
          </p:cNvSpPr>
          <p:nvPr>
            <p:ph type="body" sz="quarter" idx="18" hasCustomPrompt="1"/>
          </p:nvPr>
        </p:nvSpPr>
        <p:spPr>
          <a:xfrm>
            <a:off x="6126319" y="1128407"/>
            <a:ext cx="5462565" cy="5256000"/>
          </a:xfrm>
          <a:custGeom>
            <a:avLst/>
            <a:gdLst>
              <a:gd name="connsiteX0" fmla="*/ 0 w 5462565"/>
              <a:gd name="connsiteY0" fmla="*/ 0 h 5256000"/>
              <a:gd name="connsiteX1" fmla="*/ 5462565 w 5462565"/>
              <a:gd name="connsiteY1" fmla="*/ 0 h 5256000"/>
              <a:gd name="connsiteX2" fmla="*/ 5462565 w 5462565"/>
              <a:gd name="connsiteY2" fmla="*/ 5256000 h 5256000"/>
              <a:gd name="connsiteX3" fmla="*/ 0 w 5462565"/>
              <a:gd name="connsiteY3" fmla="*/ 5256000 h 5256000"/>
            </a:gdLst>
            <a:ahLst/>
            <a:cxnLst>
              <a:cxn ang="0">
                <a:pos x="connsiteX0" y="connsiteY0"/>
              </a:cxn>
              <a:cxn ang="0">
                <a:pos x="connsiteX1" y="connsiteY1"/>
              </a:cxn>
              <a:cxn ang="0">
                <a:pos x="connsiteX2" y="connsiteY2"/>
              </a:cxn>
              <a:cxn ang="0">
                <a:pos x="connsiteX3" y="connsiteY3"/>
              </a:cxn>
            </a:cxnLst>
            <a:rect l="l" t="t" r="r" b="b"/>
            <a:pathLst>
              <a:path w="5462565" h="5256000">
                <a:moveTo>
                  <a:pt x="0" y="0"/>
                </a:moveTo>
                <a:lnTo>
                  <a:pt x="5462565" y="0"/>
                </a:lnTo>
                <a:lnTo>
                  <a:pt x="5462565" y="5256000"/>
                </a:lnTo>
                <a:lnTo>
                  <a:pt x="0" y="5256000"/>
                </a:lnTo>
                <a:close/>
              </a:path>
            </a:pathLst>
          </a:custGeom>
          <a:solidFill>
            <a:schemeClr val="tx1">
              <a:lumMod val="10000"/>
              <a:lumOff val="90000"/>
            </a:schemeClr>
          </a:solidFill>
        </p:spPr>
        <p:txBody>
          <a:bodyPr wrap="square" lIns="216000" tIns="216000" rIns="216000" bIns="216000">
            <a:noAutofit/>
          </a:bodyPr>
          <a:lstStyle>
            <a:lvl1pPr>
              <a:defRPr sz="1900"/>
            </a:lvl1pPr>
            <a:lvl2pPr>
              <a:defRPr sz="17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5076000" cy="3636000"/>
          </a:xfrm>
          <a:noFill/>
        </p:spPr>
        <p:txBody>
          <a:bodyPr anchor="ctr"/>
          <a:lstStyle>
            <a:lvl1pPr algn="ctr">
              <a:defRPr sz="1200" b="0"/>
            </a:lvl1pPr>
          </a:lstStyle>
          <a:p>
            <a:r>
              <a:rPr lang="en-US" noProof="0"/>
              <a:t>Graph</a:t>
            </a:r>
          </a:p>
        </p:txBody>
      </p:sp>
      <p:sp>
        <p:nvSpPr>
          <p:cNvPr id="21" name="Espace réservé du graphique 2">
            <a:extLst>
              <a:ext uri="{FF2B5EF4-FFF2-40B4-BE49-F238E27FC236}">
                <a16:creationId xmlns:a16="http://schemas.microsoft.com/office/drawing/2014/main" id="{EBA46C1A-FD0D-44CC-9BA2-F8724E59CBE7}"/>
              </a:ext>
            </a:extLst>
          </p:cNvPr>
          <p:cNvSpPr>
            <a:spLocks noGrp="1"/>
          </p:cNvSpPr>
          <p:nvPr>
            <p:ph type="chart" sz="quarter" idx="21" hasCustomPrompt="1"/>
          </p:nvPr>
        </p:nvSpPr>
        <p:spPr>
          <a:xfrm>
            <a:off x="6321428" y="2556822"/>
            <a:ext cx="5076000" cy="3636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04733"/>
            <a:ext cx="5076000" cy="1707159"/>
          </a:xfrm>
        </p:spPr>
        <p:txBody>
          <a:bodyPr/>
          <a:lstStyle>
            <a:lvl1pPr>
              <a:defRPr sz="1900"/>
            </a:lvl1pPr>
            <a:lvl2pPr>
              <a:defRPr sz="17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0356537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a graph">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11052484" cy="3744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49024673"/>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with a graph and a frame ">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7019999" cy="3600138"/>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399" y="1337159"/>
            <a:ext cx="7020000"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718BF0D1-2051-4CDC-8776-6ACE284695A6}"/>
              </a:ext>
            </a:extLst>
          </p:cNvPr>
          <p:cNvSpPr>
            <a:spLocks noGrp="1"/>
          </p:cNvSpPr>
          <p:nvPr>
            <p:ph type="body" sz="quarter" idx="18"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75020412"/>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 with 2 texts in 2 frames">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1" y="1337159"/>
            <a:ext cx="5400000" cy="4819801"/>
          </a:xfrm>
          <a:noFill/>
        </p:spPr>
        <p:txBody>
          <a:bodyPr anchor="ctr"/>
          <a:lstStyle>
            <a:lvl1pPr algn="ctr">
              <a:defRPr sz="1200" b="0"/>
            </a:lvl1pPr>
          </a:lstStyle>
          <a:p>
            <a:r>
              <a:rPr lang="en-US" noProof="0"/>
              <a:t>Graph</a:t>
            </a:r>
          </a:p>
        </p:txBody>
      </p:sp>
      <p:sp>
        <p:nvSpPr>
          <p:cNvPr id="15" name="Espace réservé du texte 14">
            <a:extLst>
              <a:ext uri="{FF2B5EF4-FFF2-40B4-BE49-F238E27FC236}">
                <a16:creationId xmlns:a16="http://schemas.microsoft.com/office/drawing/2014/main" id="{9F20727D-5E83-4E0E-9FB9-68D69A7B531A}"/>
              </a:ext>
            </a:extLst>
          </p:cNvPr>
          <p:cNvSpPr>
            <a:spLocks noGrp="1"/>
          </p:cNvSpPr>
          <p:nvPr>
            <p:ph type="body" sz="quarter" idx="18" hasCustomPrompt="1"/>
          </p:nvPr>
        </p:nvSpPr>
        <p:spPr>
          <a:xfrm>
            <a:off x="6096728" y="128806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5">
            <a:extLst>
              <a:ext uri="{FF2B5EF4-FFF2-40B4-BE49-F238E27FC236}">
                <a16:creationId xmlns:a16="http://schemas.microsoft.com/office/drawing/2014/main" id="{A7196165-27AE-443C-AF47-7B6B0DC59659}"/>
              </a:ext>
            </a:extLst>
          </p:cNvPr>
          <p:cNvSpPr>
            <a:spLocks noGrp="1"/>
          </p:cNvSpPr>
          <p:nvPr>
            <p:ph type="body" sz="quarter" idx="21" hasCustomPrompt="1"/>
          </p:nvPr>
        </p:nvSpPr>
        <p:spPr>
          <a:xfrm>
            <a:off x="6096728" y="385600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72154138"/>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highlighting numbers">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Espace réservé du texte 10">
            <a:extLst>
              <a:ext uri="{FF2B5EF4-FFF2-40B4-BE49-F238E27FC236}">
                <a16:creationId xmlns:a16="http://schemas.microsoft.com/office/drawing/2014/main" id="{429BDA1B-2BC8-40BC-AA30-CF42B5D03C7A}"/>
              </a:ext>
            </a:extLst>
          </p:cNvPr>
          <p:cNvSpPr>
            <a:spLocks noGrp="1"/>
          </p:cNvSpPr>
          <p:nvPr>
            <p:ph type="body" sz="quarter" idx="18" hasCustomPrompt="1"/>
          </p:nvPr>
        </p:nvSpPr>
        <p:spPr>
          <a:xfrm>
            <a:off x="643556" y="3023085"/>
            <a:ext cx="3384000" cy="684000"/>
          </a:xfrm>
          <a:solidFill>
            <a:schemeClr val="tx2"/>
          </a:solidFill>
        </p:spPr>
        <p:txBody>
          <a:bodyPr anchor="ctr"/>
          <a:lstStyle>
            <a:lvl1pPr algn="ctr">
              <a:defRPr sz="4000">
                <a:solidFill>
                  <a:schemeClr val="bg1"/>
                </a:solidFill>
              </a:defRPr>
            </a:lvl1pPr>
            <a:lvl2pPr>
              <a:defRPr sz="2400"/>
            </a:lvl2pPr>
            <a:lvl3pPr>
              <a:defRPr sz="1800"/>
            </a:lvl3pPr>
            <a:lvl4pPr>
              <a:defRPr sz="1600"/>
            </a:lvl4pPr>
            <a:lvl5pPr>
              <a:defRPr sz="1600"/>
            </a:lvl5pPr>
          </a:lstStyle>
          <a:p>
            <a:pPr lvl="0"/>
            <a:r>
              <a:rPr lang="en-US" noProof="0"/>
              <a:t>NN</a:t>
            </a:r>
          </a:p>
        </p:txBody>
      </p:sp>
      <p:sp>
        <p:nvSpPr>
          <p:cNvPr id="10" name="Espace réservé du texte 10">
            <a:extLst>
              <a:ext uri="{FF2B5EF4-FFF2-40B4-BE49-F238E27FC236}">
                <a16:creationId xmlns:a16="http://schemas.microsoft.com/office/drawing/2014/main" id="{72106505-DB5F-4F49-8822-4826BDEC7BCF}"/>
              </a:ext>
            </a:extLst>
          </p:cNvPr>
          <p:cNvSpPr>
            <a:spLocks noGrp="1"/>
          </p:cNvSpPr>
          <p:nvPr>
            <p:ph type="body" sz="quarter" idx="19" hasCustomPrompt="1"/>
          </p:nvPr>
        </p:nvSpPr>
        <p:spPr>
          <a:xfrm>
            <a:off x="536398" y="3968439"/>
            <a:ext cx="3491157" cy="2340000"/>
          </a:xfrm>
        </p:spPr>
        <p:txBody>
          <a:bodyPr/>
          <a:lstStyle>
            <a:lvl1pPr>
              <a:defRPr sz="1600"/>
            </a:lvl1pPr>
            <a:lvl2pPr>
              <a:defRPr sz="16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E5E4DDE7-B2AD-4D6E-B1F1-1AA14E6F518C}"/>
              </a:ext>
            </a:extLst>
          </p:cNvPr>
          <p:cNvSpPr>
            <a:spLocks noGrp="1"/>
          </p:cNvSpPr>
          <p:nvPr>
            <p:ph type="body" sz="quarter" idx="20" hasCustomPrompt="1"/>
          </p:nvPr>
        </p:nvSpPr>
        <p:spPr>
          <a:xfrm rot="10800000">
            <a:off x="1787340" y="3675814"/>
            <a:ext cx="1096433"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14" name="Espace réservé du texte 10">
            <a:extLst>
              <a:ext uri="{FF2B5EF4-FFF2-40B4-BE49-F238E27FC236}">
                <a16:creationId xmlns:a16="http://schemas.microsoft.com/office/drawing/2014/main" id="{73C17576-3818-4DAF-8697-2FBB1139D9DB}"/>
              </a:ext>
            </a:extLst>
          </p:cNvPr>
          <p:cNvSpPr>
            <a:spLocks noGrp="1"/>
          </p:cNvSpPr>
          <p:nvPr>
            <p:ph type="body" sz="quarter" idx="21" hasCustomPrompt="1"/>
          </p:nvPr>
        </p:nvSpPr>
        <p:spPr>
          <a:xfrm>
            <a:off x="4409106" y="3023085"/>
            <a:ext cx="3384000" cy="684000"/>
          </a:xfrm>
          <a:solidFill>
            <a:schemeClr val="tx2"/>
          </a:solidFill>
        </p:spPr>
        <p:txBody>
          <a:bodyPr anchor="ctr"/>
          <a:lstStyle>
            <a:lvl1pPr algn="ctr">
              <a:defRPr sz="4000">
                <a:solidFill>
                  <a:schemeClr val="bg1"/>
                </a:solidFill>
              </a:defRPr>
            </a:lvl1pPr>
            <a:lvl2pPr>
              <a:defRPr sz="2400"/>
            </a:lvl2pPr>
            <a:lvl3pPr>
              <a:defRPr sz="1800"/>
            </a:lvl3pPr>
            <a:lvl4pPr>
              <a:defRPr sz="1600"/>
            </a:lvl4pPr>
            <a:lvl5pPr>
              <a:defRPr sz="1600"/>
            </a:lvl5pPr>
          </a:lstStyle>
          <a:p>
            <a:pPr lvl="0"/>
            <a:r>
              <a:rPr lang="en-US" noProof="0"/>
              <a:t>NN</a:t>
            </a:r>
          </a:p>
        </p:txBody>
      </p:sp>
      <p:sp>
        <p:nvSpPr>
          <p:cNvPr id="15" name="Espace réservé du texte 10">
            <a:extLst>
              <a:ext uri="{FF2B5EF4-FFF2-40B4-BE49-F238E27FC236}">
                <a16:creationId xmlns:a16="http://schemas.microsoft.com/office/drawing/2014/main" id="{06D58CD4-C66A-40AB-98B4-535A07E2DB94}"/>
              </a:ext>
            </a:extLst>
          </p:cNvPr>
          <p:cNvSpPr>
            <a:spLocks noGrp="1"/>
          </p:cNvSpPr>
          <p:nvPr>
            <p:ph type="body" sz="quarter" idx="22" hasCustomPrompt="1"/>
          </p:nvPr>
        </p:nvSpPr>
        <p:spPr>
          <a:xfrm>
            <a:off x="4301948" y="3968439"/>
            <a:ext cx="3491157" cy="2340000"/>
          </a:xfrm>
        </p:spPr>
        <p:txBody>
          <a:bodyPr/>
          <a:lstStyle>
            <a:lvl1pPr>
              <a:defRPr sz="1600"/>
            </a:lvl1pPr>
            <a:lvl2pPr>
              <a:defRPr sz="16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2">
            <a:extLst>
              <a:ext uri="{FF2B5EF4-FFF2-40B4-BE49-F238E27FC236}">
                <a16:creationId xmlns:a16="http://schemas.microsoft.com/office/drawing/2014/main" id="{EFF27A7E-9171-4670-8D42-A17E0C0B08AC}"/>
              </a:ext>
            </a:extLst>
          </p:cNvPr>
          <p:cNvSpPr>
            <a:spLocks noGrp="1"/>
          </p:cNvSpPr>
          <p:nvPr>
            <p:ph type="body" sz="quarter" idx="23" hasCustomPrompt="1"/>
          </p:nvPr>
        </p:nvSpPr>
        <p:spPr>
          <a:xfrm rot="10800000">
            <a:off x="5552890" y="3675814"/>
            <a:ext cx="1096433"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18" name="Espace réservé du texte 10">
            <a:extLst>
              <a:ext uri="{FF2B5EF4-FFF2-40B4-BE49-F238E27FC236}">
                <a16:creationId xmlns:a16="http://schemas.microsoft.com/office/drawing/2014/main" id="{929A8655-1F53-480F-8591-3D24D79A7B03}"/>
              </a:ext>
            </a:extLst>
          </p:cNvPr>
          <p:cNvSpPr>
            <a:spLocks noGrp="1"/>
          </p:cNvSpPr>
          <p:nvPr>
            <p:ph type="body" sz="quarter" idx="24" hasCustomPrompt="1"/>
          </p:nvPr>
        </p:nvSpPr>
        <p:spPr>
          <a:xfrm>
            <a:off x="8174656" y="3023085"/>
            <a:ext cx="3384000" cy="684000"/>
          </a:xfrm>
          <a:solidFill>
            <a:schemeClr val="tx2"/>
          </a:solidFill>
        </p:spPr>
        <p:txBody>
          <a:bodyPr anchor="ctr"/>
          <a:lstStyle>
            <a:lvl1pPr algn="ctr">
              <a:defRPr sz="4000">
                <a:solidFill>
                  <a:schemeClr val="bg1"/>
                </a:solidFill>
              </a:defRPr>
            </a:lvl1pPr>
            <a:lvl2pPr>
              <a:defRPr sz="2400"/>
            </a:lvl2pPr>
            <a:lvl3pPr>
              <a:defRPr sz="1800"/>
            </a:lvl3pPr>
            <a:lvl4pPr>
              <a:defRPr sz="1600"/>
            </a:lvl4pPr>
            <a:lvl5pPr>
              <a:defRPr sz="1600"/>
            </a:lvl5pPr>
          </a:lstStyle>
          <a:p>
            <a:pPr lvl="0"/>
            <a:r>
              <a:rPr lang="en-US" noProof="0"/>
              <a:t>NN</a:t>
            </a:r>
          </a:p>
        </p:txBody>
      </p:sp>
      <p:sp>
        <p:nvSpPr>
          <p:cNvPr id="19" name="Espace réservé du texte 10">
            <a:extLst>
              <a:ext uri="{FF2B5EF4-FFF2-40B4-BE49-F238E27FC236}">
                <a16:creationId xmlns:a16="http://schemas.microsoft.com/office/drawing/2014/main" id="{2B9BEC67-6961-47E7-8313-1489F4F11B5C}"/>
              </a:ext>
            </a:extLst>
          </p:cNvPr>
          <p:cNvSpPr>
            <a:spLocks noGrp="1"/>
          </p:cNvSpPr>
          <p:nvPr>
            <p:ph type="body" sz="quarter" idx="25" hasCustomPrompt="1"/>
          </p:nvPr>
        </p:nvSpPr>
        <p:spPr>
          <a:xfrm>
            <a:off x="8067498" y="3968439"/>
            <a:ext cx="3491157" cy="2340000"/>
          </a:xfrm>
        </p:spPr>
        <p:txBody>
          <a:bodyPr/>
          <a:lstStyle>
            <a:lvl1pPr>
              <a:defRPr sz="1600"/>
            </a:lvl1pPr>
            <a:lvl2pPr>
              <a:defRPr sz="16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Espace réservé du texte 12">
            <a:extLst>
              <a:ext uri="{FF2B5EF4-FFF2-40B4-BE49-F238E27FC236}">
                <a16:creationId xmlns:a16="http://schemas.microsoft.com/office/drawing/2014/main" id="{A1E2C166-5791-40DB-903C-66BC65C0DDAD}"/>
              </a:ext>
            </a:extLst>
          </p:cNvPr>
          <p:cNvSpPr>
            <a:spLocks noGrp="1"/>
          </p:cNvSpPr>
          <p:nvPr>
            <p:ph type="body" sz="quarter" idx="26" hasCustomPrompt="1"/>
          </p:nvPr>
        </p:nvSpPr>
        <p:spPr>
          <a:xfrm rot="10800000">
            <a:off x="9318440" y="3675814"/>
            <a:ext cx="1096433"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515076194"/>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in 2 columns with a frame">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7127143" cy="1296000"/>
          </a:xfrm>
        </p:spPr>
        <p:txBody>
          <a:bodyPr/>
          <a:lstStyle>
            <a:lvl1pPr>
              <a:defRPr sz="2400"/>
            </a:lvl1pPr>
            <a:lvl2pPr>
              <a:buNone/>
              <a:defRPr sz="2400"/>
            </a:lvl2pPr>
            <a:lvl3pPr>
              <a:defRPr sz="1800"/>
            </a:lvl3pPr>
            <a:lvl4pPr>
              <a:defRPr sz="1600"/>
            </a:lvl4pPr>
            <a:lvl5pPr>
              <a:defRPr sz="1600"/>
            </a:lvl5pPr>
          </a:lstStyle>
          <a:p>
            <a:pPr lvl="0"/>
            <a:r>
              <a:rPr lang="en-US" noProof="0"/>
              <a:t>Click to edit master text styles</a:t>
            </a:r>
          </a:p>
        </p:txBody>
      </p:sp>
      <p:sp>
        <p:nvSpPr>
          <p:cNvPr id="22" name="Espace réservé du texte 10">
            <a:extLst>
              <a:ext uri="{FF2B5EF4-FFF2-40B4-BE49-F238E27FC236}">
                <a16:creationId xmlns:a16="http://schemas.microsoft.com/office/drawing/2014/main" id="{66ED2081-D062-47AE-9D57-77E330A954EF}"/>
              </a:ext>
            </a:extLst>
          </p:cNvPr>
          <p:cNvSpPr>
            <a:spLocks noGrp="1"/>
          </p:cNvSpPr>
          <p:nvPr>
            <p:ph type="body" sz="quarter" idx="18" hasCustomPrompt="1"/>
          </p:nvPr>
        </p:nvSpPr>
        <p:spPr>
          <a:xfrm>
            <a:off x="536400" y="2690848"/>
            <a:ext cx="3528000" cy="3383381"/>
          </a:xfrm>
        </p:spPr>
        <p:txBody>
          <a:bodyPr/>
          <a:lstStyle>
            <a:lvl1pPr>
              <a:defRPr sz="1900"/>
            </a:lvl1pPr>
            <a:lvl2pPr>
              <a:defRPr sz="19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Espace réservé du texte 10">
            <a:extLst>
              <a:ext uri="{FF2B5EF4-FFF2-40B4-BE49-F238E27FC236}">
                <a16:creationId xmlns:a16="http://schemas.microsoft.com/office/drawing/2014/main" id="{A24175A2-B90D-4CD9-8997-CD3D3F99148E}"/>
              </a:ext>
            </a:extLst>
          </p:cNvPr>
          <p:cNvSpPr>
            <a:spLocks noGrp="1"/>
          </p:cNvSpPr>
          <p:nvPr>
            <p:ph type="body" sz="quarter" idx="19" hasCustomPrompt="1"/>
          </p:nvPr>
        </p:nvSpPr>
        <p:spPr>
          <a:xfrm>
            <a:off x="4135543" y="2690848"/>
            <a:ext cx="3528000" cy="3383381"/>
          </a:xfrm>
        </p:spPr>
        <p:txBody>
          <a:bodyPr/>
          <a:lstStyle>
            <a:lvl1pPr>
              <a:defRPr sz="1900"/>
            </a:lvl1pPr>
            <a:lvl2pPr>
              <a:defRPr sz="19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Espace réservé du texte 23">
            <a:extLst>
              <a:ext uri="{FF2B5EF4-FFF2-40B4-BE49-F238E27FC236}">
                <a16:creationId xmlns:a16="http://schemas.microsoft.com/office/drawing/2014/main" id="{7EDC22B2-698E-4E5B-A0AD-BAE9A52C79F4}"/>
              </a:ext>
            </a:extLst>
          </p:cNvPr>
          <p:cNvSpPr>
            <a:spLocks noGrp="1"/>
          </p:cNvSpPr>
          <p:nvPr>
            <p:ph type="body" sz="quarter" idx="20"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30344524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ntact">
    <p:bg>
      <p:bgPr>
        <a:blipFill>
          <a:blip r:embed="rId2"/>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01D72-D317-48EB-8946-13EE8EFCE25B}"/>
              </a:ext>
            </a:extLst>
          </p:cNvPr>
          <p:cNvSpPr>
            <a:spLocks noGrp="1"/>
          </p:cNvSpPr>
          <p:nvPr>
            <p:ph type="title" hasCustomPrompt="1"/>
          </p:nvPr>
        </p:nvSpPr>
        <p:spPr>
          <a:xfrm>
            <a:off x="1172822" y="3162277"/>
            <a:ext cx="4320000" cy="1800000"/>
          </a:xfrm>
        </p:spPr>
        <p:txBody>
          <a:bodyPr anchor="b"/>
          <a:lstStyle>
            <a:lvl1pPr>
              <a:defRPr sz="3400" b="0">
                <a:solidFill>
                  <a:schemeClr val="bg1"/>
                </a:solidFill>
                <a:latin typeface="+mj-lt"/>
              </a:defRPr>
            </a:lvl1pPr>
          </a:lstStyle>
          <a:p>
            <a:r>
              <a:rPr lang="en-US" noProof="0"/>
              <a:t>Click to edit Master title style</a:t>
            </a:r>
          </a:p>
        </p:txBody>
      </p:sp>
      <p:sp>
        <p:nvSpPr>
          <p:cNvPr id="9" name="Espace réservé du texte 10">
            <a:extLst>
              <a:ext uri="{FF2B5EF4-FFF2-40B4-BE49-F238E27FC236}">
                <a16:creationId xmlns:a16="http://schemas.microsoft.com/office/drawing/2014/main" id="{121B9EDF-81A4-4116-AE20-E6C846380D2A}"/>
              </a:ext>
            </a:extLst>
          </p:cNvPr>
          <p:cNvSpPr>
            <a:spLocks noGrp="1"/>
          </p:cNvSpPr>
          <p:nvPr>
            <p:ph type="body" sz="quarter" idx="13" hasCustomPrompt="1"/>
          </p:nvPr>
        </p:nvSpPr>
        <p:spPr>
          <a:xfrm>
            <a:off x="1172822" y="5028859"/>
            <a:ext cx="4320000" cy="1296000"/>
          </a:xfrm>
        </p:spPr>
        <p:txBody>
          <a:bodyPr/>
          <a:lstStyle>
            <a:lvl1pPr>
              <a:defRPr sz="1000">
                <a:solidFill>
                  <a:schemeClr val="bg1"/>
                </a:solidFill>
              </a:defRPr>
            </a:lvl1pPr>
            <a:lvl2pPr marL="0" indent="0">
              <a:spcBef>
                <a:spcPts val="0"/>
              </a:spcBef>
              <a:buNone/>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196081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6" Type="http://schemas.openxmlformats.org/officeDocument/2006/relationships/image" Target="../media/image4.jpeg"/><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theme" Target="../theme/theme2.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1154637" y="2066191"/>
            <a:ext cx="10440000" cy="1440000"/>
          </a:xfrm>
          <a:prstGeom prst="rect">
            <a:avLst/>
          </a:prstGeom>
        </p:spPr>
        <p:txBody>
          <a:bodyPr vert="horz" lIns="91440" tIns="45720" rIns="91440" bIns="45720" rtlCol="0" anchor="t">
            <a:noAutofit/>
          </a:bodyPr>
          <a:lstStyle/>
          <a:p>
            <a:r>
              <a:rPr lang="en-US" noProof="0" smtClean="0"/>
              <a:t>Click to edit Master title style</a:t>
            </a:r>
            <a:endParaRPr lang="en-US" noProof="0"/>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1154637" y="3042548"/>
            <a:ext cx="10440000" cy="2412102"/>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4776000" y="6562800"/>
            <a:ext cx="2640000" cy="216000"/>
          </a:xfrm>
          <a:prstGeom prst="rect">
            <a:avLst/>
          </a:prstGeom>
        </p:spPr>
        <p:txBody>
          <a:bodyPr vert="horz" lIns="91440" tIns="45720" rIns="91440" bIns="45720" rtlCol="0" anchor="ctr">
            <a:noAutofit/>
          </a:bodyPr>
          <a:lstStyle>
            <a:lvl1pPr algn="ctr">
              <a:defRPr sz="1000" b="1" cap="all" baseline="0">
                <a:solidFill>
                  <a:schemeClr val="bg1"/>
                </a:solidFill>
              </a:defRPr>
            </a:lvl1pPr>
          </a:lstStyle>
          <a:p>
            <a:r>
              <a:rPr lang="en-US" noProof="0"/>
              <a:t>YYYY/MM/DD</a:t>
            </a: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01601" y="6562800"/>
            <a:ext cx="4080000" cy="216000"/>
          </a:xfrm>
          <a:prstGeom prst="rect">
            <a:avLst/>
          </a:prstGeom>
        </p:spPr>
        <p:txBody>
          <a:bodyPr vert="horz" lIns="91440" tIns="45720" rIns="91440" bIns="45720" rtlCol="0" anchor="ctr">
            <a:noAutofit/>
          </a:bodyPr>
          <a:lstStyle>
            <a:lvl1pPr algn="l">
              <a:defRPr sz="800">
                <a:solidFill>
                  <a:schemeClr val="bg1"/>
                </a:solidFill>
              </a:defRPr>
            </a:lvl1pPr>
          </a:lstStyle>
          <a:p>
            <a:r>
              <a:rPr lang="en-US" noProof="0"/>
              <a:t>Communication Department</a:t>
            </a:r>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370399" y="6562800"/>
            <a:ext cx="720000" cy="216000"/>
          </a:xfrm>
          <a:prstGeom prst="rect">
            <a:avLst/>
          </a:prstGeom>
        </p:spPr>
        <p:txBody>
          <a:bodyPr vert="horz" lIns="91440" tIns="45720" rIns="91440" bIns="45720" rtlCol="0" anchor="ctr">
            <a:noAutofit/>
          </a:bodyPr>
          <a:lstStyle>
            <a:lvl1pPr algn="r">
              <a:defRPr sz="800">
                <a:solidFill>
                  <a:schemeClr val="bg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3487417718"/>
      </p:ext>
    </p:extLst>
  </p:cSld>
  <p:clrMap bg1="lt1" tx1="dk1" bg2="lt2" tx2="dk2" accent1="accent1" accent2="accent2" accent3="accent3" accent4="accent4" accent5="accent5" accent6="accent6" hlink="hlink" folHlink="folHlink"/>
  <p:sldLayoutIdLst>
    <p:sldLayoutId id="2147483671" r:id="rId1"/>
    <p:sldLayoutId id="2147483676" r:id="rId2"/>
    <p:sldLayoutId id="2147483674" r:id="rId3"/>
    <p:sldLayoutId id="2147483677" r:id="rId4"/>
  </p:sldLayoutIdLst>
  <p:hf sldNum="0" hdr="0"/>
  <p:txStyles>
    <p:titleStyle>
      <a:lvl1pPr algn="l" defTabSz="685800" rtl="0" eaLnBrk="1" latinLnBrk="0" hangingPunct="1">
        <a:lnSpc>
          <a:spcPct val="95000"/>
        </a:lnSpc>
        <a:spcBef>
          <a:spcPct val="0"/>
        </a:spcBef>
        <a:buNone/>
        <a:defRPr sz="4700" kern="1200" cap="all" baseline="0">
          <a:solidFill>
            <a:schemeClr val="bg1"/>
          </a:solidFill>
          <a:latin typeface="+mj-lt"/>
          <a:ea typeface="+mj-ea"/>
          <a:cs typeface="+mj-cs"/>
        </a:defRPr>
      </a:lvl1pPr>
    </p:titleStyle>
    <p:bodyStyle>
      <a:lvl1pPr marL="0" indent="0" algn="l" defTabSz="685800" rtl="0" eaLnBrk="1" latinLnBrk="0" hangingPunct="1">
        <a:lnSpc>
          <a:spcPct val="105000"/>
        </a:lnSpc>
        <a:spcBef>
          <a:spcPts val="0"/>
        </a:spcBef>
        <a:buFont typeface="+mj-lt"/>
        <a:buNone/>
        <a:defRPr sz="2500" b="0" kern="1200" cap="none" baseline="0">
          <a:solidFill>
            <a:schemeClr val="bg1"/>
          </a:solidFill>
          <a:latin typeface="+mj-lt"/>
          <a:ea typeface="+mn-ea"/>
          <a:cs typeface="+mn-cs"/>
        </a:defRPr>
      </a:lvl1pPr>
      <a:lvl2pPr marL="324000" indent="-324000" algn="l" defTabSz="685800" rtl="0" eaLnBrk="1" latinLnBrk="0" hangingPunct="1">
        <a:lnSpc>
          <a:spcPct val="105000"/>
        </a:lnSpc>
        <a:spcBef>
          <a:spcPts val="0"/>
        </a:spcBef>
        <a:buFont typeface="Arial" panose="020B0604020202020204" pitchFamily="34" charset="0"/>
        <a:buChar char="•"/>
        <a:defRPr sz="2500" kern="1200">
          <a:solidFill>
            <a:schemeClr val="bg1"/>
          </a:solidFill>
          <a:latin typeface="+mj-lt"/>
          <a:ea typeface="+mn-ea"/>
          <a:cs typeface="+mn-cs"/>
        </a:defRPr>
      </a:lvl2pPr>
      <a:lvl3pPr marL="0" indent="0" algn="l" defTabSz="685800" rtl="0" eaLnBrk="1" latinLnBrk="0" hangingPunct="1">
        <a:lnSpc>
          <a:spcPct val="105000"/>
        </a:lnSpc>
        <a:spcBef>
          <a:spcPts val="0"/>
        </a:spcBef>
        <a:buSzPct val="120000"/>
        <a:buFont typeface="Encode Sans" pitchFamily="2" charset="0"/>
        <a:buNone/>
        <a:defRPr sz="1500" b="1" kern="1200">
          <a:solidFill>
            <a:schemeClr val="bg1"/>
          </a:solidFill>
          <a:latin typeface="+mn-lt"/>
          <a:ea typeface="+mn-ea"/>
          <a:cs typeface="+mn-cs"/>
        </a:defRPr>
      </a:lvl3pPr>
      <a:lvl4pPr marL="0" indent="-180000" algn="l" defTabSz="685800" rtl="0" eaLnBrk="1" latinLnBrk="0" hangingPunct="1">
        <a:lnSpc>
          <a:spcPct val="105000"/>
        </a:lnSpc>
        <a:spcBef>
          <a:spcPts val="0"/>
        </a:spcBef>
        <a:buFont typeface="Arial" panose="020B0604020202020204" pitchFamily="34" charset="0"/>
        <a:buChar char="•"/>
        <a:defRPr sz="1500" kern="1200">
          <a:solidFill>
            <a:schemeClr val="bg1"/>
          </a:solidFill>
          <a:latin typeface="+mn-lt"/>
          <a:ea typeface="+mn-ea"/>
          <a:cs typeface="+mn-cs"/>
        </a:defRPr>
      </a:lvl4pPr>
      <a:lvl5pPr marL="0" indent="0" algn="l" defTabSz="685800" rtl="0" eaLnBrk="1" latinLnBrk="0" hangingPunct="1">
        <a:lnSpc>
          <a:spcPct val="105000"/>
        </a:lnSpc>
        <a:spcBef>
          <a:spcPts val="0"/>
        </a:spcBef>
        <a:buFont typeface="Arial" panose="020B0604020202020204" pitchFamily="34" charset="0"/>
        <a:buNone/>
        <a:defRPr sz="13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2988A7E5-E87A-40C8-853C-5046AFC26B3D}"/>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a:stretch/>
        </p:blipFill>
        <p:spPr>
          <a:xfrm>
            <a:off x="9822656" y="347664"/>
            <a:ext cx="1890713" cy="550068"/>
          </a:xfrm>
          <a:prstGeom prst="rect">
            <a:avLst/>
          </a:prstGeom>
        </p:spPr>
      </p:pic>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45081" y="1535088"/>
            <a:ext cx="10800000" cy="864000"/>
          </a:xfrm>
          <a:prstGeom prst="rect">
            <a:avLst/>
          </a:prstGeom>
        </p:spPr>
        <p:txBody>
          <a:bodyPr vert="horz" lIns="91440" tIns="45720" rIns="91440" bIns="45720" rtlCol="0" anchor="t">
            <a:noAutofit/>
          </a:bodyPr>
          <a:lstStyle/>
          <a:p>
            <a:r>
              <a:rPr lang="en-US" noProof="0"/>
              <a:t>Click to edit Master title style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45081" y="2624771"/>
            <a:ext cx="10800000" cy="360000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546100" y="6489701"/>
            <a:ext cx="1056000" cy="216000"/>
          </a:xfrm>
          <a:prstGeom prst="rect">
            <a:avLst/>
          </a:prstGeom>
        </p:spPr>
        <p:txBody>
          <a:bodyPr vert="horz" lIns="91440" tIns="45720" rIns="91440" bIns="45720" rtlCol="0" anchor="ctr">
            <a:noAutofit/>
          </a:bodyPr>
          <a:lstStyle>
            <a:lvl1pPr algn="l">
              <a:defRPr sz="900" b="0">
                <a:solidFill>
                  <a:schemeClr val="tx2"/>
                </a:solidFill>
              </a:defRPr>
            </a:lvl1pPr>
          </a:lstStyle>
          <a:p>
            <a:r>
              <a:rPr lang="en-US" noProof="0"/>
              <a:t>YYYY/MM/DD</a:t>
            </a: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489707" y="6489701"/>
            <a:ext cx="4800000" cy="216000"/>
          </a:xfrm>
          <a:prstGeom prst="rect">
            <a:avLst/>
          </a:prstGeom>
        </p:spPr>
        <p:txBody>
          <a:bodyPr vert="horz" lIns="91440" tIns="45720" rIns="91440" bIns="45720" rtlCol="0" anchor="ctr">
            <a:noAutofit/>
          </a:bodyPr>
          <a:lstStyle>
            <a:lvl1pPr algn="l">
              <a:defRPr sz="900" b="0">
                <a:solidFill>
                  <a:schemeClr val="tx2"/>
                </a:solidFill>
              </a:defRPr>
            </a:lvl1pPr>
          </a:lstStyle>
          <a:p>
            <a:r>
              <a:rPr lang="en-US" noProof="0"/>
              <a:t>Communication Department</a:t>
            </a:r>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9874" y="6489701"/>
            <a:ext cx="720000" cy="216000"/>
          </a:xfrm>
          <a:prstGeom prst="rect">
            <a:avLst/>
          </a:prstGeom>
        </p:spPr>
        <p:txBody>
          <a:bodyPr vert="horz" lIns="91440" tIns="45720" rIns="91440" bIns="45720" rtlCol="0" anchor="ctr">
            <a:noAutofit/>
          </a:bodyPr>
          <a:lstStyle>
            <a:lvl1pPr algn="r">
              <a:defRPr sz="900" b="0">
                <a:solidFill>
                  <a:schemeClr val="tx2"/>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3487987680"/>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78" r:id="rId3"/>
    <p:sldLayoutId id="2147483679" r:id="rId4"/>
    <p:sldLayoutId id="2147483680"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hf sldNum="0" hdr="0"/>
  <p:txStyles>
    <p:titleStyle>
      <a:lvl1pPr algn="l" defTabSz="685800" rtl="0" eaLnBrk="1" latinLnBrk="0" hangingPunct="1">
        <a:lnSpc>
          <a:spcPct val="95000"/>
        </a:lnSpc>
        <a:spcBef>
          <a:spcPct val="0"/>
        </a:spcBef>
        <a:buNone/>
        <a:defRPr sz="2600" b="1" kern="1200" cap="all" baseline="0">
          <a:solidFill>
            <a:schemeClr val="tx2"/>
          </a:solidFill>
          <a:latin typeface="+mn-lt"/>
          <a:ea typeface="+mj-ea"/>
          <a:cs typeface="+mj-cs"/>
        </a:defRPr>
      </a:lvl1pPr>
    </p:titleStyle>
    <p:bodyStyle>
      <a:lvl1pPr marL="0" indent="0" algn="l" defTabSz="685800" rtl="0" eaLnBrk="1" latinLnBrk="0" hangingPunct="1">
        <a:lnSpc>
          <a:spcPct val="105000"/>
        </a:lnSpc>
        <a:spcBef>
          <a:spcPts val="0"/>
        </a:spcBef>
        <a:buFont typeface="Arial" panose="020B0604020202020204" pitchFamily="34" charset="0"/>
        <a:buNone/>
        <a:defRPr sz="1600" b="1" kern="1200">
          <a:solidFill>
            <a:schemeClr val="tx2"/>
          </a:solidFill>
          <a:latin typeface="+mn-lt"/>
          <a:ea typeface="+mn-ea"/>
          <a:cs typeface="+mn-cs"/>
        </a:defRPr>
      </a:lvl1pPr>
      <a:lvl2pPr marL="216000" indent="-216000" algn="l" defTabSz="685800" rtl="0" eaLnBrk="1" latinLnBrk="0" hangingPunct="1">
        <a:lnSpc>
          <a:spcPct val="105000"/>
        </a:lnSpc>
        <a:spcBef>
          <a:spcPts val="700"/>
        </a:spcBef>
        <a:buFont typeface="Arial" panose="020B0604020202020204" pitchFamily="34" charset="0"/>
        <a:buChar char="•"/>
        <a:defRPr sz="1600" kern="1200">
          <a:solidFill>
            <a:schemeClr val="tx2"/>
          </a:solidFill>
          <a:latin typeface="+mn-lt"/>
          <a:ea typeface="+mn-ea"/>
          <a:cs typeface="+mn-cs"/>
        </a:defRPr>
      </a:lvl2pPr>
      <a:lvl3pPr marL="216000" indent="0" algn="l" defTabSz="685800" rtl="0" eaLnBrk="1" latinLnBrk="0" hangingPunct="1">
        <a:lnSpc>
          <a:spcPct val="105000"/>
        </a:lnSpc>
        <a:spcBef>
          <a:spcPts val="700"/>
        </a:spcBef>
        <a:buSzPct val="120000"/>
        <a:buFont typeface="Encode Sans" pitchFamily="2" charset="0"/>
        <a:buNone/>
        <a:defRPr sz="1200" b="0" kern="1200">
          <a:solidFill>
            <a:schemeClr val="tx2"/>
          </a:solidFill>
          <a:latin typeface="+mn-lt"/>
          <a:ea typeface="+mn-ea"/>
          <a:cs typeface="+mn-cs"/>
        </a:defRPr>
      </a:lvl3pPr>
      <a:lvl4pPr marL="216000" indent="0" algn="l" defTabSz="685800" rtl="0" eaLnBrk="1" latinLnBrk="0" hangingPunct="1">
        <a:lnSpc>
          <a:spcPct val="105000"/>
        </a:lnSpc>
        <a:spcBef>
          <a:spcPts val="400"/>
        </a:spcBef>
        <a:buFont typeface="Encode Sans" pitchFamily="2" charset="0"/>
        <a:buNone/>
        <a:defRPr sz="1200" b="1" kern="1200">
          <a:solidFill>
            <a:schemeClr val="tx2"/>
          </a:solidFill>
          <a:latin typeface="+mn-lt"/>
          <a:ea typeface="+mn-ea"/>
          <a:cs typeface="+mn-cs"/>
        </a:defRPr>
      </a:lvl4pPr>
      <a:lvl5pPr marL="360000" indent="-144000" algn="l" defTabSz="685800" rtl="0" eaLnBrk="1" latinLnBrk="0" hangingPunct="1">
        <a:lnSpc>
          <a:spcPct val="105000"/>
        </a:lnSpc>
        <a:spcBef>
          <a:spcPts val="400"/>
        </a:spcBef>
        <a:buFont typeface="Arial" panose="020B0604020202020204" pitchFamily="34" charset="0"/>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8.png"/><Relationship Id="rId4" Type="http://schemas.openxmlformats.org/officeDocument/2006/relationships/image" Target="../media/image7.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KP1 A&amp;B</a:t>
            </a:r>
            <a:endParaRPr lang="en-US" dirty="0"/>
          </a:p>
        </p:txBody>
      </p:sp>
      <p:sp>
        <p:nvSpPr>
          <p:cNvPr id="3" name="Text Placeholder 2"/>
          <p:cNvSpPr>
            <a:spLocks noGrp="1"/>
          </p:cNvSpPr>
          <p:nvPr>
            <p:ph type="body" sz="quarter" idx="13"/>
          </p:nvPr>
        </p:nvSpPr>
        <p:spPr/>
        <p:txBody>
          <a:bodyPr/>
          <a:lstStyle/>
          <a:p>
            <a:r>
              <a:rPr lang="en-US" dirty="0" smtClean="0"/>
              <a:t>Fuel line diesel filter to engine</a:t>
            </a:r>
            <a:endParaRPr lang="en-US" dirty="0"/>
          </a:p>
        </p:txBody>
      </p:sp>
    </p:spTree>
    <p:extLst>
      <p:ext uri="{BB962C8B-B14F-4D97-AF65-F5344CB8AC3E}">
        <p14:creationId xmlns:p14="http://schemas.microsoft.com/office/powerpoint/2010/main" val="1321600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285750" indent="-285750">
              <a:lnSpc>
                <a:spcPct val="150000"/>
              </a:lnSpc>
              <a:buFont typeface="Arial" panose="020B0604020202020204" pitchFamily="34" charset="0"/>
              <a:buChar char="•"/>
            </a:pPr>
            <a:r>
              <a:rPr lang="en-US" sz="1600" b="0" dirty="0" smtClean="0"/>
              <a:t>All parts should comply </a:t>
            </a:r>
            <a:r>
              <a:rPr lang="en-US" sz="1600" b="0" dirty="0"/>
              <a:t>with </a:t>
            </a:r>
            <a:r>
              <a:rPr lang="en-US" sz="1600" b="0" dirty="0" smtClean="0"/>
              <a:t>PF.90197; </a:t>
            </a:r>
            <a:r>
              <a:rPr lang="en-US" sz="1600" b="0" dirty="0"/>
              <a:t>functional requirements must demonstrate P99C90, and durability requirements  must demonstrate P95C90</a:t>
            </a:r>
            <a:r>
              <a:rPr lang="en-US" sz="1600" b="0" dirty="0" smtClean="0"/>
              <a:t>;</a:t>
            </a:r>
          </a:p>
          <a:p>
            <a:pPr marL="285750" indent="-285750">
              <a:lnSpc>
                <a:spcPct val="150000"/>
              </a:lnSpc>
              <a:buFont typeface="Arial" panose="020B0604020202020204" pitchFamily="34" charset="0"/>
              <a:buChar char="•"/>
            </a:pPr>
            <a:r>
              <a:rPr lang="en-US" altLang="zh-CN" sz="1600" b="0" dirty="0"/>
              <a:t>Diesel filter to engine Feed line </a:t>
            </a:r>
            <a:r>
              <a:rPr lang="en-US" sz="1600" b="0" dirty="0"/>
              <a:t>size: Ø 8x6mm</a:t>
            </a:r>
          </a:p>
          <a:p>
            <a:pPr marL="285750" indent="-285750">
              <a:lnSpc>
                <a:spcPct val="150000"/>
              </a:lnSpc>
              <a:buFont typeface="Arial" panose="020B0604020202020204" pitchFamily="34" charset="0"/>
              <a:buChar char="•"/>
            </a:pPr>
            <a:r>
              <a:rPr lang="en-US" sz="1600" b="0" dirty="0"/>
              <a:t>Return line from Pump to tank: Ø10x8mm</a:t>
            </a:r>
          </a:p>
          <a:p>
            <a:pPr marL="285750" indent="-285750">
              <a:lnSpc>
                <a:spcPct val="150000"/>
              </a:lnSpc>
              <a:buFont typeface="Arial" panose="020B0604020202020204" pitchFamily="34" charset="0"/>
              <a:buChar char="•"/>
            </a:pPr>
            <a:r>
              <a:rPr lang="en-US" sz="1600" b="0" dirty="0"/>
              <a:t>The QC engine bay side must be metallic with second latch.</a:t>
            </a:r>
          </a:p>
          <a:p>
            <a:pPr marL="285750" indent="-285750">
              <a:lnSpc>
                <a:spcPct val="150000"/>
              </a:lnSpc>
              <a:buFont typeface="Arial" panose="020B0604020202020204" pitchFamily="34" charset="0"/>
              <a:buChar char="•"/>
            </a:pPr>
            <a:r>
              <a:rPr lang="en-US" sz="1600" b="0" dirty="0" smtClean="0"/>
              <a:t>Recommend tube material:  monolayer or multilayer pipe.</a:t>
            </a:r>
            <a:endParaRPr lang="en-US" sz="1600" b="0" dirty="0">
              <a:solidFill>
                <a:srgbClr val="FF0000"/>
              </a:solidFill>
            </a:endParaRPr>
          </a:p>
          <a:p>
            <a:pPr marL="285750" indent="-285750">
              <a:lnSpc>
                <a:spcPct val="150000"/>
              </a:lnSpc>
              <a:buFont typeface="Arial" panose="020B0604020202020204" pitchFamily="34" charset="0"/>
              <a:buChar char="•"/>
            </a:pPr>
            <a:r>
              <a:rPr lang="en-US" sz="1600" b="0" dirty="0" smtClean="0"/>
              <a:t>All lines should be capped on all ends, shall be protected from contamination during shipping and handling (Cap.9.91220)</a:t>
            </a:r>
          </a:p>
          <a:p>
            <a:pPr marL="285750" indent="-285750">
              <a:lnSpc>
                <a:spcPct val="150000"/>
              </a:lnSpc>
              <a:buFont typeface="Arial" panose="020B0604020202020204" pitchFamily="34" charset="0"/>
              <a:buChar char="•"/>
            </a:pPr>
            <a:r>
              <a:rPr lang="en-US" sz="1600" b="0" dirty="0" smtClean="0"/>
              <a:t>The </a:t>
            </a:r>
            <a:r>
              <a:rPr lang="en-US" sz="1600" b="0" dirty="0"/>
              <a:t>3D models in SP for all clips are designed based on current fuel and vapor line size, only for supplier reference. If supplier have the different size of Nylon line with 3D models in SP, supplier have the responsibilities to revise the design of clip in order to make sure the fuel bundle can comply with </a:t>
            </a:r>
            <a:r>
              <a:rPr lang="en-US" sz="1600" b="0" dirty="0" smtClean="0"/>
              <a:t>the following requirements (DV </a:t>
            </a:r>
            <a:r>
              <a:rPr lang="en-US" sz="1600" b="0" dirty="0"/>
              <a:t>test is </a:t>
            </a:r>
            <a:r>
              <a:rPr lang="en-US" sz="1600" b="0" dirty="0" smtClean="0"/>
              <a:t>mandatory):</a:t>
            </a:r>
          </a:p>
          <a:p>
            <a:pPr marL="501750" lvl="1" indent="-285750">
              <a:lnSpc>
                <a:spcPct val="150000"/>
              </a:lnSpc>
              <a:buFont typeface="Courier New" panose="02070309020205020404" pitchFamily="49" charset="0"/>
              <a:buChar char="o"/>
            </a:pPr>
            <a:r>
              <a:rPr lang="en-US" sz="1600" b="0" dirty="0" smtClean="0"/>
              <a:t>Assembly </a:t>
            </a:r>
            <a:r>
              <a:rPr lang="en-US" sz="1600" b="0" dirty="0"/>
              <a:t>force of the clip to vehicle: maximum 35N; removal force: minimum </a:t>
            </a:r>
            <a:r>
              <a:rPr lang="en-US" sz="1600" b="0" dirty="0" smtClean="0"/>
              <a:t>100N</a:t>
            </a:r>
          </a:p>
          <a:p>
            <a:pPr marL="501750" lvl="1" indent="-285750">
              <a:lnSpc>
                <a:spcPct val="150000"/>
              </a:lnSpc>
              <a:buFont typeface="Courier New" panose="02070309020205020404" pitchFamily="49" charset="0"/>
              <a:buChar char="o"/>
            </a:pPr>
            <a:r>
              <a:rPr lang="en-US" sz="1600" b="0" dirty="0" smtClean="0"/>
              <a:t>Insertion </a:t>
            </a:r>
            <a:r>
              <a:rPr lang="en-US" sz="1600" b="0" dirty="0"/>
              <a:t>force of tube into the clip: maximum 40N; removal force:80N</a:t>
            </a:r>
          </a:p>
          <a:p>
            <a:pPr marL="285750" indent="-285750">
              <a:lnSpc>
                <a:spcPct val="150000"/>
              </a:lnSpc>
              <a:buFont typeface="Arial" panose="020B0604020202020204" pitchFamily="34" charset="0"/>
              <a:buChar char="•"/>
            </a:pPr>
            <a:endParaRPr lang="en-US" sz="1600" b="0" dirty="0"/>
          </a:p>
        </p:txBody>
      </p:sp>
      <p:sp>
        <p:nvSpPr>
          <p:cNvPr id="3" name="Text Placeholder 2"/>
          <p:cNvSpPr>
            <a:spLocks noGrp="1"/>
          </p:cNvSpPr>
          <p:nvPr>
            <p:ph type="body" idx="1"/>
          </p:nvPr>
        </p:nvSpPr>
        <p:spPr/>
        <p:txBody>
          <a:bodyPr/>
          <a:lstStyle/>
          <a:p>
            <a:r>
              <a:rPr lang="en-US" cap="none" dirty="0" smtClean="0"/>
              <a:t>General requirements</a:t>
            </a:r>
            <a:endParaRPr lang="en-US" cap="none" dirty="0"/>
          </a:p>
        </p:txBody>
      </p:sp>
      <p:sp>
        <p:nvSpPr>
          <p:cNvPr id="4" name="Date Placeholder 3"/>
          <p:cNvSpPr>
            <a:spLocks noGrp="1"/>
          </p:cNvSpPr>
          <p:nvPr>
            <p:ph type="dt" sz="half" idx="15"/>
          </p:nvPr>
        </p:nvSpPr>
        <p:spPr/>
        <p:txBody>
          <a:bodyPr/>
          <a:lstStyle/>
          <a:p>
            <a:r>
              <a:rPr lang="en-US" noProof="0" smtClean="0"/>
              <a:t>LYYYY/MM/DD</a:t>
            </a:r>
            <a:endParaRPr lang="en-US" b="0" noProof="0"/>
          </a:p>
        </p:txBody>
      </p:sp>
      <p:sp>
        <p:nvSpPr>
          <p:cNvPr id="5" name="Footer Placeholder 4"/>
          <p:cNvSpPr>
            <a:spLocks noGrp="1"/>
          </p:cNvSpPr>
          <p:nvPr>
            <p:ph type="ftr" sz="quarter" idx="16"/>
          </p:nvPr>
        </p:nvSpPr>
        <p:spPr/>
        <p:txBody>
          <a:bodyPr/>
          <a:lstStyle/>
          <a:p>
            <a:r>
              <a:rPr lang="en-US" noProof="0" dirty="0" smtClean="0"/>
              <a:t>Communication Department</a:t>
            </a:r>
            <a:endParaRPr lang="en-US" b="0" noProof="0" dirty="0"/>
          </a:p>
        </p:txBody>
      </p:sp>
    </p:spTree>
    <p:extLst>
      <p:ext uri="{BB962C8B-B14F-4D97-AF65-F5344CB8AC3E}">
        <p14:creationId xmlns:p14="http://schemas.microsoft.com/office/powerpoint/2010/main" val="23702070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3407224" y="2622236"/>
            <a:ext cx="6431438" cy="3898594"/>
          </a:xfrm>
          <a:prstGeom prst="rect">
            <a:avLst/>
          </a:prstGeom>
        </p:spPr>
      </p:pic>
      <p:sp>
        <p:nvSpPr>
          <p:cNvPr id="3" name="Text Placeholder 2"/>
          <p:cNvSpPr>
            <a:spLocks noGrp="1"/>
          </p:cNvSpPr>
          <p:nvPr>
            <p:ph type="body" idx="1"/>
          </p:nvPr>
        </p:nvSpPr>
        <p:spPr/>
        <p:txBody>
          <a:bodyPr/>
          <a:lstStyle/>
          <a:p>
            <a:r>
              <a:rPr lang="en-US" dirty="0" smtClean="0"/>
              <a:t>FC00SAA78530 </a:t>
            </a:r>
            <a:r>
              <a:rPr lang="en-US" cap="none" dirty="0" smtClean="0"/>
              <a:t>Fuel line diesel filter to engine</a:t>
            </a:r>
            <a:endParaRPr lang="en-US" cap="none" dirty="0"/>
          </a:p>
        </p:txBody>
      </p:sp>
      <p:pic>
        <p:nvPicPr>
          <p:cNvPr id="8" name="Picture 7"/>
          <p:cNvPicPr>
            <a:picLocks noChangeAspect="1"/>
          </p:cNvPicPr>
          <p:nvPr/>
        </p:nvPicPr>
        <p:blipFill>
          <a:blip r:embed="rId3"/>
          <a:stretch>
            <a:fillRect/>
          </a:stretch>
        </p:blipFill>
        <p:spPr>
          <a:xfrm>
            <a:off x="132095" y="903233"/>
            <a:ext cx="2940010" cy="2251428"/>
          </a:xfrm>
          <a:prstGeom prst="rect">
            <a:avLst/>
          </a:prstGeom>
          <a:ln w="3175">
            <a:solidFill>
              <a:srgbClr val="000000"/>
            </a:solidFill>
          </a:ln>
          <a:effectLst/>
        </p:spPr>
      </p:pic>
      <p:sp>
        <p:nvSpPr>
          <p:cNvPr id="9" name="Text Box 10"/>
          <p:cNvSpPr txBox="1">
            <a:spLocks noChangeArrowheads="1"/>
          </p:cNvSpPr>
          <p:nvPr/>
        </p:nvSpPr>
        <p:spPr bwMode="auto">
          <a:xfrm>
            <a:off x="205657" y="2037833"/>
            <a:ext cx="680886" cy="276999"/>
          </a:xfrm>
          <a:prstGeom prst="rect">
            <a:avLst/>
          </a:prstGeom>
          <a:solidFill>
            <a:srgbClr val="FFFF00"/>
          </a:solidFill>
          <a:ln>
            <a:solidFill>
              <a:srgbClr val="FF0000"/>
            </a:solidFill>
          </a:ln>
          <a:extLst/>
        </p:spPr>
        <p:txBody>
          <a:bodyPr wrap="square" rtlCol="0">
            <a:spAutoFit/>
          </a:bodyPr>
          <a:lstStyle>
            <a:defPPr>
              <a:defRPr lang="en-US"/>
            </a:defPPr>
            <a:lvl1pPr marL="0" algn="ctr" defTabSz="457200" eaLnBrk="1" latinLnBrk="0" hangingPunct="1">
              <a:defRPr sz="900">
                <a:latin typeface="+mn-lt"/>
                <a:ea typeface="+mn-ea"/>
              </a:defRPr>
            </a:lvl1pPr>
            <a:lvl2pPr defTabSz="457200" eaLnBrk="1" latinLnBrk="0" hangingPunct="1">
              <a:defRPr sz="1800">
                <a:latin typeface="+mn-lt"/>
                <a:ea typeface="+mn-ea"/>
              </a:defRPr>
            </a:lvl2pPr>
            <a:lvl3pPr defTabSz="457200" eaLnBrk="1" latinLnBrk="0" hangingPunct="1">
              <a:defRPr sz="1800">
                <a:latin typeface="+mn-lt"/>
                <a:ea typeface="+mn-ea"/>
              </a:defRPr>
            </a:lvl3pPr>
            <a:lvl4pPr defTabSz="457200" eaLnBrk="1" latinLnBrk="0" hangingPunct="1">
              <a:defRPr sz="1800">
                <a:latin typeface="+mn-lt"/>
                <a:ea typeface="+mn-ea"/>
              </a:defRPr>
            </a:lvl4pPr>
            <a:lvl5pPr defTabSz="457200" eaLnBrk="1" latinLnBrk="0" hangingPunct="1">
              <a:defRPr sz="1800">
                <a:latin typeface="+mn-lt"/>
                <a:ea typeface="+mn-ea"/>
              </a:defRPr>
            </a:lvl5pPr>
            <a:lvl6pPr defTabSz="457200">
              <a:defRPr sz="1800">
                <a:latin typeface="+mn-lt"/>
                <a:ea typeface="+mn-ea"/>
              </a:defRPr>
            </a:lvl6pPr>
            <a:lvl7pPr defTabSz="457200">
              <a:defRPr sz="1800">
                <a:latin typeface="+mn-lt"/>
                <a:ea typeface="+mn-ea"/>
              </a:defRPr>
            </a:lvl7pPr>
            <a:lvl8pPr defTabSz="457200">
              <a:defRPr sz="1800">
                <a:latin typeface="+mn-lt"/>
                <a:ea typeface="+mn-ea"/>
              </a:defRPr>
            </a:lvl8pPr>
            <a:lvl9pPr defTabSz="457200">
              <a:defRPr sz="1800">
                <a:latin typeface="+mn-lt"/>
                <a:ea typeface="+mn-ea"/>
              </a:defRPr>
            </a:lvl9pPr>
          </a:lstStyle>
          <a:p>
            <a:pPr algn="l"/>
            <a:r>
              <a:rPr lang="it-IT" sz="600" b="1" dirty="0"/>
              <a:t>FUEL FILTER </a:t>
            </a:r>
          </a:p>
          <a:p>
            <a:pPr algn="l"/>
            <a:r>
              <a:rPr lang="it-IT" sz="600" b="1" dirty="0"/>
              <a:t>SIDE</a:t>
            </a:r>
          </a:p>
        </p:txBody>
      </p:sp>
      <p:sp>
        <p:nvSpPr>
          <p:cNvPr id="10" name="CasellaDiTesto 28"/>
          <p:cNvSpPr txBox="1"/>
          <p:nvPr/>
        </p:nvSpPr>
        <p:spPr>
          <a:xfrm>
            <a:off x="3605127" y="2176333"/>
            <a:ext cx="1815316" cy="369332"/>
          </a:xfrm>
          <a:prstGeom prst="rect">
            <a:avLst/>
          </a:prstGeom>
          <a:solidFill>
            <a:schemeClr val="bg2">
              <a:lumMod val="95000"/>
            </a:schemeClr>
          </a:solidFill>
          <a:ln>
            <a:solidFill>
              <a:schemeClr val="tx1"/>
            </a:solidFill>
          </a:ln>
        </p:spPr>
        <p:txBody>
          <a:bodyPr wrap="square" rtlCol="0">
            <a:spAutoFit/>
          </a:bodyPr>
          <a:lstStyle/>
          <a:p>
            <a:r>
              <a:rPr lang="en-US" sz="900" dirty="0"/>
              <a:t>QC Female 90°SAE </a:t>
            </a:r>
            <a:r>
              <a:rPr lang="en-US" sz="900" dirty="0" smtClean="0"/>
              <a:t>5/16” w/ </a:t>
            </a:r>
            <a:r>
              <a:rPr lang="en-US" sz="900" dirty="0" err="1" smtClean="0"/>
              <a:t>seck</a:t>
            </a:r>
            <a:r>
              <a:rPr lang="en-US" sz="900" dirty="0" smtClean="0"/>
              <a:t> lock</a:t>
            </a:r>
            <a:endParaRPr lang="en-US" sz="900" dirty="0"/>
          </a:p>
        </p:txBody>
      </p:sp>
      <p:cxnSp>
        <p:nvCxnSpPr>
          <p:cNvPr id="11" name="Connettore 2 29"/>
          <p:cNvCxnSpPr>
            <a:stCxn id="10" idx="2"/>
          </p:cNvCxnSpPr>
          <p:nvPr/>
        </p:nvCxnSpPr>
        <p:spPr>
          <a:xfrm flipH="1">
            <a:off x="4034429" y="2545665"/>
            <a:ext cx="478356" cy="458596"/>
          </a:xfrm>
          <a:prstGeom prst="straightConnector1">
            <a:avLst/>
          </a:prstGeom>
          <a:ln w="127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 name="CasellaDiTesto 28"/>
          <p:cNvSpPr txBox="1"/>
          <p:nvPr/>
        </p:nvSpPr>
        <p:spPr>
          <a:xfrm>
            <a:off x="9838661" y="5658419"/>
            <a:ext cx="1815316" cy="369332"/>
          </a:xfrm>
          <a:prstGeom prst="rect">
            <a:avLst/>
          </a:prstGeom>
          <a:solidFill>
            <a:schemeClr val="bg2">
              <a:lumMod val="95000"/>
            </a:schemeClr>
          </a:solidFill>
          <a:ln>
            <a:solidFill>
              <a:schemeClr val="tx1"/>
            </a:solidFill>
          </a:ln>
        </p:spPr>
        <p:txBody>
          <a:bodyPr wrap="square" rtlCol="0">
            <a:spAutoFit/>
          </a:bodyPr>
          <a:lstStyle/>
          <a:p>
            <a:r>
              <a:rPr lang="en-US" sz="900" dirty="0"/>
              <a:t>QC Female 90°SAE </a:t>
            </a:r>
            <a:r>
              <a:rPr lang="en-US" sz="900" dirty="0" smtClean="0"/>
              <a:t>3/8’’ </a:t>
            </a:r>
            <a:r>
              <a:rPr lang="en-US" sz="900" dirty="0" err="1" smtClean="0"/>
              <a:t>wi</a:t>
            </a:r>
            <a:r>
              <a:rPr lang="en-US" sz="900" dirty="0" smtClean="0"/>
              <a:t>/ </a:t>
            </a:r>
            <a:r>
              <a:rPr lang="en-US" sz="900" dirty="0" err="1" smtClean="0"/>
              <a:t>seck</a:t>
            </a:r>
            <a:r>
              <a:rPr lang="en-US" sz="900" dirty="0" smtClean="0"/>
              <a:t> lock</a:t>
            </a:r>
            <a:endParaRPr lang="en-US" sz="900" dirty="0"/>
          </a:p>
        </p:txBody>
      </p:sp>
      <p:cxnSp>
        <p:nvCxnSpPr>
          <p:cNvPr id="15" name="Connettore 2 29"/>
          <p:cNvCxnSpPr>
            <a:stCxn id="14" idx="1"/>
          </p:cNvCxnSpPr>
          <p:nvPr/>
        </p:nvCxnSpPr>
        <p:spPr>
          <a:xfrm flipH="1">
            <a:off x="9305039" y="5843085"/>
            <a:ext cx="533622" cy="331868"/>
          </a:xfrm>
          <a:prstGeom prst="straightConnector1">
            <a:avLst/>
          </a:prstGeom>
          <a:ln w="127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8" name="CasellaDiTesto 36"/>
          <p:cNvSpPr txBox="1"/>
          <p:nvPr/>
        </p:nvSpPr>
        <p:spPr>
          <a:xfrm>
            <a:off x="3963569" y="4323671"/>
            <a:ext cx="1806056" cy="369332"/>
          </a:xfrm>
          <a:prstGeom prst="rect">
            <a:avLst/>
          </a:prstGeom>
          <a:solidFill>
            <a:schemeClr val="bg2">
              <a:lumMod val="95000"/>
            </a:schemeClr>
          </a:solidFill>
          <a:ln>
            <a:solidFill>
              <a:schemeClr val="tx1"/>
            </a:solidFill>
          </a:ln>
        </p:spPr>
        <p:txBody>
          <a:bodyPr wrap="square" rtlCol="0">
            <a:spAutoFit/>
          </a:bodyPr>
          <a:lstStyle>
            <a:defPPr>
              <a:defRPr lang="it-IT"/>
            </a:defPPr>
            <a:lvl1pPr>
              <a:defRPr sz="1100"/>
            </a:lvl1pPr>
          </a:lstStyle>
          <a:p>
            <a:r>
              <a:rPr lang="en-US" sz="900" dirty="0"/>
              <a:t>Plastic </a:t>
            </a:r>
            <a:r>
              <a:rPr lang="en-US" sz="900" dirty="0" smtClean="0"/>
              <a:t> Pipe </a:t>
            </a:r>
            <a:r>
              <a:rPr lang="en-US" sz="900" dirty="0"/>
              <a:t>(Feed) </a:t>
            </a:r>
          </a:p>
          <a:p>
            <a:r>
              <a:rPr lang="en-US" sz="900" dirty="0"/>
              <a:t>- Ø </a:t>
            </a:r>
            <a:r>
              <a:rPr lang="en-US" sz="900" dirty="0" smtClean="0"/>
              <a:t>8mm </a:t>
            </a:r>
            <a:r>
              <a:rPr lang="en-US" sz="900" dirty="0"/>
              <a:t>x  6</a:t>
            </a:r>
            <a:r>
              <a:rPr lang="en-US" sz="900" dirty="0" smtClean="0"/>
              <a:t>mm</a:t>
            </a:r>
            <a:endParaRPr lang="en-US" sz="900" dirty="0"/>
          </a:p>
        </p:txBody>
      </p:sp>
      <p:cxnSp>
        <p:nvCxnSpPr>
          <p:cNvPr id="19" name="Connettore 2 38"/>
          <p:cNvCxnSpPr>
            <a:stCxn id="18" idx="0"/>
          </p:cNvCxnSpPr>
          <p:nvPr/>
        </p:nvCxnSpPr>
        <p:spPr>
          <a:xfrm flipV="1">
            <a:off x="4866597" y="3695984"/>
            <a:ext cx="545912" cy="627687"/>
          </a:xfrm>
          <a:prstGeom prst="straightConnector1">
            <a:avLst/>
          </a:prstGeom>
          <a:ln w="127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4" name="CasellaDiTesto 36"/>
          <p:cNvSpPr txBox="1"/>
          <p:nvPr/>
        </p:nvSpPr>
        <p:spPr>
          <a:xfrm>
            <a:off x="6871882" y="3352012"/>
            <a:ext cx="1684217" cy="507831"/>
          </a:xfrm>
          <a:prstGeom prst="rect">
            <a:avLst/>
          </a:prstGeom>
          <a:solidFill>
            <a:schemeClr val="bg2">
              <a:lumMod val="95000"/>
            </a:schemeClr>
          </a:solidFill>
          <a:ln>
            <a:solidFill>
              <a:schemeClr val="tx1"/>
            </a:solidFill>
          </a:ln>
        </p:spPr>
        <p:txBody>
          <a:bodyPr wrap="square" rtlCol="0">
            <a:spAutoFit/>
          </a:bodyPr>
          <a:lstStyle>
            <a:defPPr>
              <a:defRPr lang="it-IT"/>
            </a:defPPr>
            <a:lvl1pPr>
              <a:defRPr sz="1100"/>
            </a:lvl1pPr>
          </a:lstStyle>
          <a:p>
            <a:r>
              <a:rPr lang="en-US" sz="900" dirty="0" smtClean="0"/>
              <a:t>Damper: </a:t>
            </a:r>
          </a:p>
          <a:p>
            <a:r>
              <a:rPr lang="en-US" sz="900" dirty="0" smtClean="0"/>
              <a:t>Supplier Nobel Auto.</a:t>
            </a:r>
          </a:p>
          <a:p>
            <a:r>
              <a:rPr lang="en-US" sz="900" dirty="0" smtClean="0"/>
              <a:t>Working Pressure:4.5bar</a:t>
            </a:r>
            <a:endParaRPr lang="en-US" sz="900" dirty="0"/>
          </a:p>
        </p:txBody>
      </p:sp>
      <p:cxnSp>
        <p:nvCxnSpPr>
          <p:cNvPr id="25" name="Connettore 2 38"/>
          <p:cNvCxnSpPr>
            <a:stCxn id="24" idx="2"/>
          </p:cNvCxnSpPr>
          <p:nvPr/>
        </p:nvCxnSpPr>
        <p:spPr>
          <a:xfrm flipH="1">
            <a:off x="7319959" y="3859843"/>
            <a:ext cx="394032" cy="616381"/>
          </a:xfrm>
          <a:prstGeom prst="straightConnector1">
            <a:avLst/>
          </a:prstGeom>
          <a:ln w="127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838660" y="5993229"/>
            <a:ext cx="1031051" cy="253916"/>
          </a:xfrm>
          <a:prstGeom prst="rect">
            <a:avLst/>
          </a:prstGeom>
          <a:noFill/>
        </p:spPr>
        <p:txBody>
          <a:bodyPr wrap="none" rtlCol="0">
            <a:spAutoFit/>
          </a:bodyPr>
          <a:lstStyle/>
          <a:p>
            <a:r>
              <a:rPr lang="en-US" sz="1050" dirty="0" smtClean="0">
                <a:latin typeface="Calibri" panose="020F0502020204030204" pitchFamily="34" charset="0"/>
                <a:cs typeface="Calibri" panose="020F0502020204030204" pitchFamily="34" charset="0"/>
              </a:rPr>
              <a:t>Engine bay side</a:t>
            </a:r>
            <a:endParaRPr lang="en-US" sz="1050" dirty="0">
              <a:latin typeface="Calibri" panose="020F0502020204030204" pitchFamily="34" charset="0"/>
              <a:cs typeface="Calibri" panose="020F0502020204030204" pitchFamily="34" charset="0"/>
            </a:endParaRPr>
          </a:p>
        </p:txBody>
      </p:sp>
      <p:sp>
        <p:nvSpPr>
          <p:cNvPr id="20" name="CasellaDiTesto 36"/>
          <p:cNvSpPr txBox="1"/>
          <p:nvPr/>
        </p:nvSpPr>
        <p:spPr>
          <a:xfrm>
            <a:off x="9079871" y="3875981"/>
            <a:ext cx="1806056" cy="230832"/>
          </a:xfrm>
          <a:prstGeom prst="rect">
            <a:avLst/>
          </a:prstGeom>
          <a:solidFill>
            <a:schemeClr val="bg2">
              <a:lumMod val="95000"/>
            </a:schemeClr>
          </a:solidFill>
          <a:ln>
            <a:solidFill>
              <a:schemeClr val="tx1"/>
            </a:solidFill>
          </a:ln>
        </p:spPr>
        <p:txBody>
          <a:bodyPr wrap="square" rtlCol="0">
            <a:spAutoFit/>
          </a:bodyPr>
          <a:lstStyle>
            <a:defPPr>
              <a:defRPr lang="it-IT"/>
            </a:defPPr>
            <a:lvl1pPr>
              <a:defRPr sz="1100"/>
            </a:lvl1pPr>
          </a:lstStyle>
          <a:p>
            <a:r>
              <a:rPr lang="en-US" sz="900" dirty="0" smtClean="0"/>
              <a:t>Anti-abrasion sleeve</a:t>
            </a:r>
            <a:endParaRPr lang="en-US" sz="900" dirty="0"/>
          </a:p>
        </p:txBody>
      </p:sp>
      <p:cxnSp>
        <p:nvCxnSpPr>
          <p:cNvPr id="21" name="Connettore 2 38"/>
          <p:cNvCxnSpPr>
            <a:stCxn id="20" idx="2"/>
          </p:cNvCxnSpPr>
          <p:nvPr/>
        </p:nvCxnSpPr>
        <p:spPr>
          <a:xfrm flipH="1">
            <a:off x="8715409" y="4106813"/>
            <a:ext cx="1267490" cy="885692"/>
          </a:xfrm>
          <a:prstGeom prst="straightConnector1">
            <a:avLst/>
          </a:prstGeom>
          <a:ln w="127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41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dirty="0" smtClean="0"/>
              <a:t>FC00SAA78530-Fuel SUPPLY </a:t>
            </a:r>
            <a:r>
              <a:rPr lang="en-US" dirty="0"/>
              <a:t>LINE FILTER TO ENGINE</a:t>
            </a:r>
          </a:p>
        </p:txBody>
      </p:sp>
      <p:graphicFrame>
        <p:nvGraphicFramePr>
          <p:cNvPr id="6" name="Tabella 2"/>
          <p:cNvGraphicFramePr>
            <a:graphicFrameLocks noGrp="1"/>
          </p:cNvGraphicFramePr>
          <p:nvPr>
            <p:extLst>
              <p:ext uri="{D42A27DB-BD31-4B8C-83A1-F6EECF244321}">
                <p14:modId xmlns:p14="http://schemas.microsoft.com/office/powerpoint/2010/main" val="426276009"/>
              </p:ext>
            </p:extLst>
          </p:nvPr>
        </p:nvGraphicFramePr>
        <p:xfrm>
          <a:off x="690027" y="1254887"/>
          <a:ext cx="8993235" cy="2987626"/>
        </p:xfrm>
        <a:graphic>
          <a:graphicData uri="http://schemas.openxmlformats.org/drawingml/2006/table">
            <a:tbl>
              <a:tblPr/>
              <a:tblGrid>
                <a:gridCol w="186851">
                  <a:extLst>
                    <a:ext uri="{9D8B030D-6E8A-4147-A177-3AD203B41FA5}">
                      <a16:colId xmlns:a16="http://schemas.microsoft.com/office/drawing/2014/main" val="20000"/>
                    </a:ext>
                  </a:extLst>
                </a:gridCol>
                <a:gridCol w="216319">
                  <a:extLst>
                    <a:ext uri="{9D8B030D-6E8A-4147-A177-3AD203B41FA5}">
                      <a16:colId xmlns:a16="http://schemas.microsoft.com/office/drawing/2014/main" val="20001"/>
                    </a:ext>
                  </a:extLst>
                </a:gridCol>
                <a:gridCol w="216104">
                  <a:extLst>
                    <a:ext uri="{9D8B030D-6E8A-4147-A177-3AD203B41FA5}">
                      <a16:colId xmlns:a16="http://schemas.microsoft.com/office/drawing/2014/main" val="20002"/>
                    </a:ext>
                  </a:extLst>
                </a:gridCol>
                <a:gridCol w="1503376">
                  <a:extLst>
                    <a:ext uri="{9D8B030D-6E8A-4147-A177-3AD203B41FA5}">
                      <a16:colId xmlns:a16="http://schemas.microsoft.com/office/drawing/2014/main" val="20003"/>
                    </a:ext>
                  </a:extLst>
                </a:gridCol>
                <a:gridCol w="1088144">
                  <a:extLst>
                    <a:ext uri="{9D8B030D-6E8A-4147-A177-3AD203B41FA5}">
                      <a16:colId xmlns:a16="http://schemas.microsoft.com/office/drawing/2014/main" val="20004"/>
                    </a:ext>
                  </a:extLst>
                </a:gridCol>
                <a:gridCol w="629615">
                  <a:extLst>
                    <a:ext uri="{9D8B030D-6E8A-4147-A177-3AD203B41FA5}">
                      <a16:colId xmlns:a16="http://schemas.microsoft.com/office/drawing/2014/main" val="20005"/>
                    </a:ext>
                  </a:extLst>
                </a:gridCol>
                <a:gridCol w="400298">
                  <a:extLst>
                    <a:ext uri="{9D8B030D-6E8A-4147-A177-3AD203B41FA5}">
                      <a16:colId xmlns:a16="http://schemas.microsoft.com/office/drawing/2014/main" val="20006"/>
                    </a:ext>
                  </a:extLst>
                </a:gridCol>
                <a:gridCol w="2095998">
                  <a:extLst>
                    <a:ext uri="{9D8B030D-6E8A-4147-A177-3AD203B41FA5}">
                      <a16:colId xmlns:a16="http://schemas.microsoft.com/office/drawing/2014/main" val="20007"/>
                    </a:ext>
                  </a:extLst>
                </a:gridCol>
                <a:gridCol w="936104">
                  <a:extLst>
                    <a:ext uri="{9D8B030D-6E8A-4147-A177-3AD203B41FA5}">
                      <a16:colId xmlns:a16="http://schemas.microsoft.com/office/drawing/2014/main" val="20008"/>
                    </a:ext>
                  </a:extLst>
                </a:gridCol>
                <a:gridCol w="720080">
                  <a:extLst>
                    <a:ext uri="{9D8B030D-6E8A-4147-A177-3AD203B41FA5}">
                      <a16:colId xmlns:a16="http://schemas.microsoft.com/office/drawing/2014/main" val="20009"/>
                    </a:ext>
                  </a:extLst>
                </a:gridCol>
                <a:gridCol w="1000346">
                  <a:extLst>
                    <a:ext uri="{9D8B030D-6E8A-4147-A177-3AD203B41FA5}">
                      <a16:colId xmlns:a16="http://schemas.microsoft.com/office/drawing/2014/main" val="20010"/>
                    </a:ext>
                  </a:extLst>
                </a:gridCol>
              </a:tblGrid>
              <a:tr h="739378">
                <a:tc gridSpan="3">
                  <a:txBody>
                    <a:bodyPr/>
                    <a:lstStyle/>
                    <a:p>
                      <a:pPr algn="ctr" rtl="0" fontAlgn="ctr"/>
                      <a:r>
                        <a:rPr lang="en-US" sz="1100" b="1" i="0" u="none" strike="noStrike" noProof="0" dirty="0">
                          <a:solidFill>
                            <a:srgbClr val="FFFFFF"/>
                          </a:solidFill>
                          <a:effectLst/>
                          <a:latin typeface="Calibri"/>
                        </a:rPr>
                        <a:t>LEVEL</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hMerge="1">
                  <a:txBody>
                    <a:bodyPr/>
                    <a:lstStyle/>
                    <a:p>
                      <a:endParaRPr lang="en-US"/>
                    </a:p>
                  </a:txBody>
                  <a:tcPr/>
                </a:tc>
                <a:tc hMerge="1">
                  <a:txBody>
                    <a:bodyPr/>
                    <a:lstStyle/>
                    <a:p>
                      <a:endParaRPr lang="en-US"/>
                    </a:p>
                  </a:txBody>
                  <a:tcPr/>
                </a:tc>
                <a:tc rowSpan="2">
                  <a:txBody>
                    <a:bodyPr/>
                    <a:lstStyle/>
                    <a:p>
                      <a:pPr algn="ctr" rtl="0" fontAlgn="ctr"/>
                      <a:r>
                        <a:rPr lang="en-US" sz="1100" b="1" i="0" u="none" strike="noStrike" noProof="0" dirty="0">
                          <a:solidFill>
                            <a:srgbClr val="FFFFFF"/>
                          </a:solidFill>
                          <a:effectLst/>
                          <a:latin typeface="Calibri"/>
                        </a:rPr>
                        <a:t>ITEM</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FCA </a:t>
                      </a:r>
                      <a:endParaRPr lang="en-US" sz="1100" b="1" i="0" u="none" strike="noStrike" noProof="0" dirty="0" smtClean="0">
                        <a:solidFill>
                          <a:srgbClr val="FFFFFF"/>
                        </a:solidFill>
                        <a:effectLst/>
                        <a:latin typeface="Calibri"/>
                      </a:endParaRPr>
                    </a:p>
                    <a:p>
                      <a:pPr algn="ctr" rtl="0" fontAlgn="ctr"/>
                      <a:r>
                        <a:rPr lang="en-US" sz="1100" b="1" i="0" u="none" strike="noStrike" noProof="0" dirty="0" smtClean="0">
                          <a:solidFill>
                            <a:srgbClr val="FFFFFF"/>
                          </a:solidFill>
                          <a:effectLst/>
                          <a:latin typeface="Calibri"/>
                        </a:rPr>
                        <a:t>PART </a:t>
                      </a:r>
                      <a:r>
                        <a:rPr lang="en-US" sz="1100" b="1" i="0" u="none" strike="noStrike" noProof="0" dirty="0">
                          <a:solidFill>
                            <a:srgbClr val="FFFFFF"/>
                          </a:solidFill>
                          <a:effectLst/>
                          <a:latin typeface="Calibri"/>
                        </a:rPr>
                        <a:t>N°</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SUPPLIER </a:t>
                      </a:r>
                      <a:endParaRPr lang="en-US" sz="1100" b="1" i="0" u="none" strike="noStrike" noProof="0" dirty="0" smtClean="0">
                        <a:solidFill>
                          <a:srgbClr val="FFFFFF"/>
                        </a:solidFill>
                        <a:effectLst/>
                        <a:latin typeface="Calibri"/>
                      </a:endParaRPr>
                    </a:p>
                    <a:p>
                      <a:pPr algn="ctr" rtl="0" fontAlgn="ctr"/>
                      <a:r>
                        <a:rPr lang="en-US" sz="1100" b="1" i="0" u="none" strike="noStrike" noProof="0" dirty="0" smtClean="0">
                          <a:solidFill>
                            <a:srgbClr val="FFFFFF"/>
                          </a:solidFill>
                          <a:effectLst/>
                          <a:latin typeface="Calibri"/>
                        </a:rPr>
                        <a:t>PART </a:t>
                      </a:r>
                      <a:r>
                        <a:rPr lang="en-US" sz="1100" b="1" i="0" u="none" strike="noStrike" noProof="0" dirty="0">
                          <a:solidFill>
                            <a:srgbClr val="FFFFFF"/>
                          </a:solidFill>
                          <a:effectLst/>
                          <a:latin typeface="Calibri"/>
                        </a:rPr>
                        <a:t>N°</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QTY</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MATERIAL</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SPEC.</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SUPPLIER</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NOTE</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extLst>
                  <a:ext uri="{0D108BD9-81ED-4DB2-BD59-A6C34878D82A}">
                    <a16:rowId xmlns:a16="http://schemas.microsoft.com/office/drawing/2014/main" val="10000"/>
                  </a:ext>
                </a:extLst>
              </a:tr>
              <a:tr h="0">
                <a:tc>
                  <a:txBody>
                    <a:bodyPr/>
                    <a:lstStyle/>
                    <a:p>
                      <a:pPr algn="ctr" rtl="0" fontAlgn="ctr"/>
                      <a:r>
                        <a:rPr lang="en-US" sz="1100" b="1" i="0" u="none" strike="noStrike" noProof="0" dirty="0">
                          <a:solidFill>
                            <a:srgbClr val="FFFFFF"/>
                          </a:solidFill>
                          <a:effectLst/>
                          <a:latin typeface="Calibri"/>
                        </a:rPr>
                        <a:t>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a:txBody>
                    <a:bodyPr/>
                    <a:lstStyle/>
                    <a:p>
                      <a:pPr algn="ctr" rtl="0" fontAlgn="ctr"/>
                      <a:r>
                        <a:rPr lang="en-US" sz="1100" b="1" i="0" u="none" strike="noStrike" noProof="0" dirty="0">
                          <a:solidFill>
                            <a:srgbClr val="FFFFFF"/>
                          </a:solidFill>
                          <a:effectLst/>
                          <a:latin typeface="Calibri"/>
                        </a:rPr>
                        <a:t>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a:txBody>
                    <a:bodyPr/>
                    <a:lstStyle/>
                    <a:p>
                      <a:pPr algn="ctr" rtl="0" fontAlgn="ctr"/>
                      <a:r>
                        <a:rPr lang="en-US" sz="1100" b="1" i="0" u="none" strike="noStrike" noProof="0" dirty="0">
                          <a:solidFill>
                            <a:srgbClr val="FFFFFF"/>
                          </a:solidFill>
                          <a:effectLst/>
                          <a:latin typeface="Calibri"/>
                        </a:rPr>
                        <a:t>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277891">
                <a:tc>
                  <a:txBody>
                    <a:bodyPr/>
                    <a:lstStyle/>
                    <a:p>
                      <a:pPr marL="0" algn="l" defTabSz="457200" rtl="0" eaLnBrk="1" fontAlgn="ctr" latinLnBrk="0" hangingPunct="1"/>
                      <a:r>
                        <a:rPr lang="en-US" sz="1100" b="0" i="0" u="none" strike="noStrike" kern="1200" noProof="0" dirty="0" smtClean="0">
                          <a:solidFill>
                            <a:schemeClr val="tx1"/>
                          </a:solidFill>
                          <a:effectLst/>
                          <a:latin typeface="Calibri" pitchFamily="34" charset="0"/>
                          <a:ea typeface="+mn-ea"/>
                          <a:cs typeface="+mn-cs"/>
                        </a:rPr>
                        <a:t>0</a:t>
                      </a:r>
                      <a:endParaRPr lang="en-US" sz="1100" b="0" i="0"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 </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 </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Assembly Feed Line</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i="0" dirty="0" smtClean="0">
                          <a:latin typeface="Calibri" panose="020F0502020204030204" pitchFamily="34" charset="0"/>
                          <a:cs typeface="Calibri" panose="020F0502020204030204" pitchFamily="34" charset="0"/>
                        </a:rPr>
                        <a:t>FC00SAA78530</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10002"/>
                  </a:ext>
                </a:extLst>
              </a:tr>
              <a:tr h="313169">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QC Female 90°  5/16’’ </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PF.90298</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10003"/>
                  </a:ext>
                </a:extLst>
              </a:tr>
              <a:tr h="313169">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QC Female 90°  3/8’’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PF.90298</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1" u="none" strike="noStrike" kern="1200" noProof="0" dirty="0" smtClean="0">
                          <a:solidFill>
                            <a:schemeClr val="tx1"/>
                          </a:solidFill>
                          <a:effectLst/>
                          <a:latin typeface="Calibri" pitchFamily="34" charset="0"/>
                          <a:ea typeface="+mn-ea"/>
                          <a:cs typeface="+mn-cs"/>
                        </a:rPr>
                        <a:t>PLASTIC WITH SECK-LOCK</a:t>
                      </a:r>
                    </a:p>
                    <a:p>
                      <a:pPr marL="0" algn="l" defTabSz="457200" rtl="0" eaLnBrk="1" fontAlgn="ctr" latinLnBrk="0" hangingPunct="1"/>
                      <a:r>
                        <a:rPr lang="en-US" sz="1100" b="0" i="1" u="none" strike="noStrike" kern="1200" noProof="0" dirty="0" smtClean="0">
                          <a:solidFill>
                            <a:schemeClr val="tx1"/>
                          </a:solidFill>
                          <a:effectLst/>
                          <a:latin typeface="Calibri" pitchFamily="34" charset="0"/>
                          <a:ea typeface="+mn-ea"/>
                          <a:cs typeface="+mn-cs"/>
                        </a:rPr>
                        <a:t>METAL WITH SECK LOCK</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686995158"/>
                  </a:ext>
                </a:extLst>
              </a:tr>
              <a:tr h="229224">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sz="1100" b="0" i="0" u="none" strike="noStrike" kern="1200" dirty="0" smtClean="0">
                          <a:solidFill>
                            <a:schemeClr val="tx1"/>
                          </a:solidFill>
                          <a:effectLst/>
                          <a:latin typeface="Calibri" panose="020F0502020204030204" pitchFamily="34" charset="0"/>
                          <a:ea typeface="+mn-ea"/>
                          <a:cs typeface="Calibri" panose="020F0502020204030204" pitchFamily="34" charset="0"/>
                        </a:rPr>
                        <a:t>Plastic pipe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dirty="0" smtClean="0">
                          <a:solidFill>
                            <a:schemeClr val="tx1"/>
                          </a:solidFill>
                          <a:effectLst/>
                          <a:latin typeface="Calibri" panose="020F0502020204030204" pitchFamily="34" charset="0"/>
                          <a:ea typeface="+mn-ea"/>
                          <a:cs typeface="Calibri" panose="020F0502020204030204" pitchFamily="34" charset="0"/>
                        </a:rPr>
                        <a:t>8x6mm</a:t>
                      </a:r>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PF.90197</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10004"/>
                  </a:ext>
                </a:extLst>
              </a:tr>
              <a:tr h="229224">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altLang="zh-CN" sz="1100" b="0" i="0" u="none" strike="noStrike" kern="1200" dirty="0" smtClean="0">
                          <a:solidFill>
                            <a:schemeClr val="tx1"/>
                          </a:solidFill>
                          <a:effectLst/>
                          <a:latin typeface="Calibri" panose="020F0502020204030204" pitchFamily="34" charset="0"/>
                          <a:ea typeface="+mn-ea"/>
                          <a:cs typeface="Calibri" panose="020F0502020204030204" pitchFamily="34" charset="0"/>
                        </a:rPr>
                        <a:t>Damper</a:t>
                      </a:r>
                      <a:endParaRPr lang="en-US" sz="1100" b="0" i="0" u="none" strike="noStrike" kern="1200" dirty="0" smtClean="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52183408</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endPar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Nobel</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1846185028"/>
                  </a:ext>
                </a:extLst>
              </a:tr>
              <a:tr h="229224">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sz="1100" b="0" i="0" u="none" strike="noStrike" kern="1200" dirty="0" smtClean="0">
                          <a:solidFill>
                            <a:schemeClr val="tx1"/>
                          </a:solidFill>
                          <a:effectLst/>
                          <a:latin typeface="Calibri" panose="020F0502020204030204" pitchFamily="34" charset="0"/>
                          <a:ea typeface="+mn-ea"/>
                          <a:cs typeface="Calibri" panose="020F0502020204030204" pitchFamily="34" charset="0"/>
                        </a:rPr>
                        <a:t>Anti-abrasion sleeve</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1</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dirty="0" smtClean="0">
                          <a:solidFill>
                            <a:schemeClr val="tx1"/>
                          </a:solidFill>
                          <a:effectLst/>
                          <a:latin typeface="Calibri" panose="020F0502020204030204" pitchFamily="34" charset="0"/>
                          <a:ea typeface="+mn-ea"/>
                          <a:cs typeface="Calibri" panose="020F0502020204030204" pitchFamily="34" charset="0"/>
                        </a:rPr>
                        <a:t>Ref. Type B Braided sleeve(CPN 5302) &lt;</a:t>
                      </a:r>
                      <a:r>
                        <a:rPr lang="en-US" sz="1100" b="0" i="0" u="none" strike="noStrike" kern="1200" dirty="0" err="1" smtClean="0">
                          <a:solidFill>
                            <a:schemeClr val="tx1"/>
                          </a:solidFill>
                          <a:effectLst/>
                          <a:latin typeface="Calibri" panose="020F0502020204030204" pitchFamily="34" charset="0"/>
                          <a:ea typeface="+mn-ea"/>
                          <a:cs typeface="Calibri" panose="020F0502020204030204" pitchFamily="34" charset="0"/>
                        </a:rPr>
                        <a:t>Meihe</a:t>
                      </a:r>
                      <a:r>
                        <a:rPr lang="en-US" sz="1100" b="0" i="0" u="none" strike="noStrike" kern="1200" dirty="0" smtClean="0">
                          <a:solidFill>
                            <a:schemeClr val="tx1"/>
                          </a:solidFill>
                          <a:effectLst/>
                          <a:latin typeface="Calibri" panose="020F0502020204030204" pitchFamily="34" charset="0"/>
                          <a:ea typeface="+mn-ea"/>
                          <a:cs typeface="Calibri" panose="020F0502020204030204" pitchFamily="34" charset="0"/>
                        </a:rPr>
                        <a:t>&gt;</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smtClean="0">
                          <a:solidFill>
                            <a:schemeClr val="tx1"/>
                          </a:solidFill>
                          <a:effectLst/>
                          <a:latin typeface="Calibri" panose="020F0502020204030204" pitchFamily="34" charset="0"/>
                          <a:ea typeface="+mn-ea"/>
                          <a:cs typeface="Calibri" panose="020F0502020204030204" pitchFamily="34" charset="0"/>
                        </a:rPr>
                        <a:t>SP.91220/02</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1" u="none" strike="noStrike" kern="1200" noProof="0" dirty="0" smtClean="0">
                          <a:solidFill>
                            <a:schemeClr val="tx1"/>
                          </a:solidFill>
                          <a:effectLst/>
                          <a:latin typeface="Calibri" pitchFamily="34" charset="0"/>
                          <a:ea typeface="+mn-ea"/>
                          <a:cs typeface="+mn-cs"/>
                        </a:rPr>
                        <a:t>PF.90271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4013534320"/>
                  </a:ext>
                </a:extLst>
              </a:tr>
            </a:tbl>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2066398229"/>
              </p:ext>
            </p:extLst>
          </p:nvPr>
        </p:nvGraphicFramePr>
        <p:xfrm>
          <a:off x="10261600" y="3641293"/>
          <a:ext cx="1354138" cy="438150"/>
        </p:xfrm>
        <a:graphic>
          <a:graphicData uri="http://schemas.openxmlformats.org/presentationml/2006/ole">
            <mc:AlternateContent xmlns:mc="http://schemas.openxmlformats.org/markup-compatibility/2006">
              <mc:Choice xmlns:v="urn:schemas-microsoft-com:vml" Requires="v">
                <p:oleObj spid="_x0000_s1030" name="Packager Shell Object" showAsIcon="1" r:id="rId3" imgW="1354680" imgH="437400" progId="Package">
                  <p:embed/>
                </p:oleObj>
              </mc:Choice>
              <mc:Fallback>
                <p:oleObj name="Packager Shell Object" showAsIcon="1" r:id="rId3" imgW="1354680" imgH="437400" progId="Package">
                  <p:embed/>
                  <p:pic>
                    <p:nvPicPr>
                      <p:cNvPr id="0" name=""/>
                      <p:cNvPicPr/>
                      <p:nvPr/>
                    </p:nvPicPr>
                    <p:blipFill>
                      <a:blip r:embed="rId4"/>
                      <a:stretch>
                        <a:fillRect/>
                      </a:stretch>
                    </p:blipFill>
                    <p:spPr>
                      <a:xfrm>
                        <a:off x="10261600" y="3641293"/>
                        <a:ext cx="1354138" cy="438150"/>
                      </a:xfrm>
                      <a:prstGeom prst="rect">
                        <a:avLst/>
                      </a:prstGeom>
                    </p:spPr>
                  </p:pic>
                </p:oleObj>
              </mc:Fallback>
            </mc:AlternateContent>
          </a:graphicData>
        </a:graphic>
      </p:graphicFrame>
      <p:cxnSp>
        <p:nvCxnSpPr>
          <p:cNvPr id="8" name="Straight Arrow Connector 7"/>
          <p:cNvCxnSpPr/>
          <p:nvPr/>
        </p:nvCxnSpPr>
        <p:spPr>
          <a:xfrm>
            <a:off x="9736602" y="3790420"/>
            <a:ext cx="524998" cy="0"/>
          </a:xfrm>
          <a:prstGeom prst="straightConnector1">
            <a:avLst/>
          </a:prstGeom>
          <a:ln w="19050">
            <a:solidFill>
              <a:srgbClr val="00000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5"/>
          <a:stretch>
            <a:fillRect/>
          </a:stretch>
        </p:blipFill>
        <p:spPr>
          <a:xfrm>
            <a:off x="1081852" y="4819587"/>
            <a:ext cx="3276884" cy="1886114"/>
          </a:xfrm>
          <a:prstGeom prst="rect">
            <a:avLst/>
          </a:prstGeom>
        </p:spPr>
      </p:pic>
      <p:sp>
        <p:nvSpPr>
          <p:cNvPr id="10" name="Footer Placeholder 4"/>
          <p:cNvSpPr>
            <a:spLocks noGrp="1"/>
          </p:cNvSpPr>
          <p:nvPr>
            <p:ph type="ftr" sz="quarter" idx="16"/>
          </p:nvPr>
        </p:nvSpPr>
        <p:spPr>
          <a:xfrm>
            <a:off x="386644" y="4603587"/>
            <a:ext cx="4800000" cy="216000"/>
          </a:xfrm>
        </p:spPr>
        <p:txBody>
          <a:bodyPr/>
          <a:lstStyle/>
          <a:p>
            <a:r>
              <a:rPr lang="en-US" sz="1200" b="0" noProof="0" dirty="0" smtClean="0">
                <a:latin typeface="Arial" panose="020B0604020202020204" pitchFamily="34" charset="0"/>
                <a:cs typeface="Arial" panose="020B0604020202020204" pitchFamily="34" charset="0"/>
              </a:rPr>
              <a:t>Engine </a:t>
            </a:r>
            <a:r>
              <a:rPr lang="en-US" sz="1200" dirty="0" smtClean="0">
                <a:latin typeface="Arial" panose="020B0604020202020204" pitchFamily="34" charset="0"/>
                <a:cs typeface="Arial" panose="020B0604020202020204" pitchFamily="34" charset="0"/>
              </a:rPr>
              <a:t>HP port </a:t>
            </a:r>
            <a:r>
              <a:rPr lang="en-US" sz="1200" b="0" noProof="0" dirty="0" smtClean="0">
                <a:latin typeface="Arial" panose="020B0604020202020204" pitchFamily="34" charset="0"/>
                <a:cs typeface="Arial" panose="020B0604020202020204" pitchFamily="34" charset="0"/>
              </a:rPr>
              <a:t>dimension:</a:t>
            </a:r>
            <a:endParaRPr lang="en-US" sz="1200" b="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0625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Backup</a:t>
            </a:r>
            <a:endParaRPr lang="en-US" dirty="0"/>
          </a:p>
        </p:txBody>
      </p:sp>
    </p:spTree>
    <p:extLst>
      <p:ext uri="{BB962C8B-B14F-4D97-AF65-F5344CB8AC3E}">
        <p14:creationId xmlns:p14="http://schemas.microsoft.com/office/powerpoint/2010/main" val="1666448716"/>
      </p:ext>
    </p:extLst>
  </p:cSld>
  <p:clrMapOvr>
    <a:masterClrMapping/>
  </p:clrMapOvr>
</p:sld>
</file>

<file path=ppt/theme/theme1.xml><?xml version="1.0" encoding="utf-8"?>
<a:theme xmlns:a="http://schemas.openxmlformats.org/drawingml/2006/main" name="Stellantis">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Stellantis QN">
      <a:majorFont>
        <a:latin typeface="Encode Sans ExpandedLight"/>
        <a:ea typeface=""/>
        <a:cs typeface=""/>
      </a:majorFont>
      <a:minorFont>
        <a:latin typeface="Encod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Template PowerPoint 16-9 v1.potx" id="{AF6AE716-1209-4599-9086-7EB01C99DBE6}" vid="{6B5D268A-7F73-4890-B069-7531EC21141B}"/>
    </a:ext>
  </a:extLst>
</a:theme>
</file>

<file path=ppt/theme/theme2.xml><?xml version="1.0" encoding="utf-8"?>
<a:theme xmlns:a="http://schemas.openxmlformats.org/drawingml/2006/main" name="Stellantis - Chapter blue">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Stellantis QN">
      <a:majorFont>
        <a:latin typeface="Encode Sans ExpandedLight"/>
        <a:ea typeface=""/>
        <a:cs typeface=""/>
      </a:majorFont>
      <a:minorFont>
        <a:latin typeface="Encod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Template PowerPoint 16-9 v1.potx" id="{AF6AE716-1209-4599-9086-7EB01C99DBE6}" vid="{DC08C376-4686-4684-B245-4472F83D1AD8}"/>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Stellantis MAJ Template PowerPoint 16-9 v1[2]</Template>
  <TotalTime>1151</TotalTime>
  <Words>338</Words>
  <Application>Microsoft Office PowerPoint</Application>
  <PresentationFormat>Widescreen</PresentationFormat>
  <Paragraphs>79</Paragraphs>
  <Slides>5</Slides>
  <Notes>0</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5</vt:i4>
      </vt:variant>
    </vt:vector>
  </HeadingPairs>
  <TitlesOfParts>
    <vt:vector size="13" baseType="lpstr">
      <vt:lpstr>Arial</vt:lpstr>
      <vt:lpstr>Calibri</vt:lpstr>
      <vt:lpstr>Courier New</vt:lpstr>
      <vt:lpstr>Encode Sans</vt:lpstr>
      <vt:lpstr>Encode Sans ExpandedLight</vt:lpstr>
      <vt:lpstr>Stellantis</vt:lpstr>
      <vt:lpstr>Stellantis - Chapter blue</vt:lpstr>
      <vt:lpstr>Packager Shell Object</vt:lpstr>
      <vt:lpstr>KP1 A&amp;B</vt:lpstr>
      <vt:lpstr>PowerPoint Presentation</vt:lpstr>
      <vt:lpstr>PowerPoint Presentation</vt:lpstr>
      <vt:lpstr>PowerPoint Presentation</vt:lpstr>
      <vt:lpstr>Backup</vt:lpstr>
    </vt:vector>
  </TitlesOfParts>
  <Company>FCA 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presentation [encode sans 47 pt light] on several lines LOREM IPSUM DOLOR SIT AMET ET DOLOMAET CTETUER PISCINGO</dc:title>
  <dc:creator>Workstation User</dc:creator>
  <cp:lastModifiedBy>Sun ZhenQiang (FCA China)</cp:lastModifiedBy>
  <cp:revision>54</cp:revision>
  <dcterms:created xsi:type="dcterms:W3CDTF">2021-01-15T17:29:40Z</dcterms:created>
  <dcterms:modified xsi:type="dcterms:W3CDTF">2022-03-25T08:45:42Z</dcterms:modified>
</cp:coreProperties>
</file>